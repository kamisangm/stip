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来学习如何创建并启动线程。Java提供了两种基本方式。第一种是继承Thread类，重写它的run方法。比如定义一个MyThread类，在里面放上要执行的代码，然后new一个对象，调用start()。注意，start()才是启动线程的关键，它会告诉JVM这个线程可以运行了。第二种方式是实现Runnable接口，这个接口只有一个run方法，我们把任务逻辑写在里面，然后把这个Runnable对象传给Thread的构造器，再调用start。这两种方式都能达到多线程的效果。但是，在实际开发中我们更推荐使用Runnable，为什么呢？因为Java的类只能单继承，如果继承了Thread就不能再继承其他类了，而实现接口则没有这个限制。另外，Runnable把任务和线程分离，我们可以多次复用同一个Runnable对象，代码更灵活。最后，请大家记住一个容易犯的错误：千万不要直接调用run()！那样只是在当前线程里执行方法，并没有创建新线程。只有start()才会让线程就绪，等待CPU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多个线程同时访问同一个变量或对象时，就会出现数据竞争问题。比如我们模拟银行取款：两个线程同时从余额为100元的账户取80元，如果不加控制，可能两个都取成功，余额变成-60，显然不对。为了解决这个问题，Java提供了synchronized关键字。它就像一个房间的钥匙，只有拿到钥匙的线程才能进入临界区，其他线程必须在外面等待。synchronized可以用在代码块上，需要指定一个锁对象，通常我们用共享资源本身加锁；也可以直接修饰方法，此时锁就是当前对象this。如果方法是静态的，那锁就是当前类的Class对象，因为静态方法属于类而非实例。使用synchronized可以保证原子性和可见性，但也会带来性能开销，因此我们只在必要的代码段上加锁，不要整个方法都加锁，这样效率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刚才我们讲了synchronized的两种使用形式：同步代码块和同步方法。现在我们来对比一下。左边是同步代码块，它可以灵活地只包裹那些需要保护的代码，粒度更细，因此性能通常更好。锁对象我们可以指定为共享资源，比如银行账户对象。右边是同步方法，它把整个方法都变成同步的，写起来更简单，但可能把不需要同步的操作也锁住了，导致效率降低。这里的例子是取款方法加上synchronized，就变成了同步方法。在实际开发中，如果临界区代码很短，用同步方法也可以；如果有大量非共享操作，建议用同步代码块。另外注意，同步方法的锁是固定的：非静态方法是当前对象this，静态方法是类对象。大家可以根据需要选择合适的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程之间的协调除了同步互斥外，还需要通信。比如经典的生产者-消费者问题：生产者往缓冲区放数据，消费者从缓冲区取数据。如果缓冲区满了，生产者应该等待，等消费者取走数据后通知它；如果缓冲区空了，消费者应该等待，等生产者放入数据后通知它。Java提供了wait和notify方法来实现这种通信。注意，这些方法必须是拥有锁的线程才能调用，所以它们一定要放在synchronized块或方法内部。调用wait会让当前线程释放锁并进入阻塞状态，直到别的线程调用同一个锁对象的notify或notifyAll。notify随机唤醒一个线程，notifyAll唤醒所有。被唤醒的线程并不会立刻执行，它需要重新竞争锁，获得锁后才从wait后面继续执行。我们通常用while循环检查条件，而不是if，因为线程可能被虚假唤醒。通过这种等待-通知机制，可以高效地协调多线程工作，避免忙等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线程编程中有一个非常危险的问题——死锁。想象一下，线程1拿到了锁A，想要锁B；线程2拿到了锁B，想要锁A。结果两个线程都在等对方释放锁，谁也不让谁，程序就永远卡住了。死锁的产生需要同时满足四个条件：互斥（资源只能一个线程用）、持有并等待（线程拿着一个锁还不放手，同时去申请另一个锁）、不可剥夺（锁只能由持有线程释放）、循环等待（形成一个等待环路）。要避免死锁，最简单的办法就是破坏循环等待条件：所有线程都按照固定的顺序去获取锁。比如规定必须先拿锁A再拿锁B，这样就不会出现交叉等待。另外，也可以使用ReentrantLock的tryLock方法设置超时，如果获取不到就放弃并释放已有锁，避免无限等待。大家在写多线程代码时一定要小心，避免出现死锁，因为死锁往往很难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同学们，我们这一章的多线程知识就学到这里。我们来快速回顾一下：首先，线程创建有两种方式，记住一定要调用start()才能启动线程。然后，为了解决数据竞争，我们学习了synchronized同步机制，它可以是代码块也可以是方法，大家要根据实际情况合理选择。接着，我们学习了线程通信，通过wait和notify让线程之间协调工作。最后，我们认识了死锁及其产生条件，知道了如何通过锁排序等方法来避免。课后希望大家动手做一个经典的生产者-消费者例子，练一练同步和通信的用法。多线程是面试中非常重要的话题，请大家多加练习。下一章我们将进入IO流的学习，敬请期待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线程创建与启动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继承Thread类并重写run()方法：创建一个新类继承Thread，在run()中编写任务代码，然后创建实例调用start()启动线程。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实现Runnable接口并传入Thread：定义一个类实现Runnable接口，实现run()方法，将该实例作为参数传给Thread构造器，再调用start()。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推荐使用Runnable方式：因为Java只支持单继承，实现接口更灵活；同时便于线程与任务分离，提高代码复用性。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重要区别：直接调用run()只是普通方法调用，不会启动新线程；必须调用start()才能让线程进入就绪状态，由JVM调度执行。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线程同步：解决数据安全问题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多线程共享资源时可能产生数据不一致：例如多个线程同时对一个账户取款，可能导致余额负数等错误结果。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synchronized关键字：使用同步代码块（synchronized(锁对象){}）或同步方法（synchronized修饰方法），确保同一时刻只有一个线程执行临界区代码。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锁对象的选择：同步代码块需要指定一个对象作为锁，通常使用共享资源本身或专门的锁对象；同步方法默认使用当前实例（this）作为锁。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静态同步方法：使用当前类的Class对象作为锁，保证静态方法上的线程安全。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线程同步：两种实现方式对比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同步代码块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同步方法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使用synchronized(锁对象)包裹需要同步的代码片段。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锁对象可以是任意对象，建议使用共享资源本身。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粒度更细，只锁定必要部分，性能较好。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示例：synchronized(bankAccount) { ...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在方法声明上加synchronized关键字。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非静态方法锁为this，静态方法锁为Class对象。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粒度较粗，整个方法都同步，可能降低并发度。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示例：public synchronized void withdraw() { ...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线程通信：wait/notify机制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线程通信用于协调多个线程的执行顺序，典型应用是生产者-消费者模式。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wait()：让当前线程释放锁并进入等待状态，直到其他线程调用notify()或notifyAll()唤醒它。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notify()和notifyAll()：唤醒一个或所有等待在该锁对象上的线程，被唤醒的线程重新竞争锁。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必须在同步代码块或同步方法中调用wait/notify/notifyAll，否则会抛出IllegalMonitorStateException。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经典案例：生产者在缓冲区满时等待，消费者在缓冲区空时等待，通过共享对象（如LinkedList）进行通信。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死锁：产生与避免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死锁是指两个或更多线程相互等待对方持有的锁，导致所有线程都无法继续执行。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产生死锁的四个必要条件：互斥、持有并等待、不可剥夺、循环等待。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避免死锁的方法：破坏其中一个条件，例如使用锁排序（让所有线程按相同顺序获取锁）、尝试获取锁时设置超时、使用ReentrantLock的tryLock等。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实际案例：线程A持有锁1等待锁2，线程B持有锁2等待锁1，导致死锁。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本章总结：多线程核心要点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创建线程有两种方式：继承Thread或实现Runnable，推荐Runnable，启动必须调用start()。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线程同步使用synchronized保证共享数据安全，注意同步代码块与同步方法的区别。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线程通信通过wait/notify/notifyAll实现协作，应用于生产者-消费者等模式。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死锁由循环等待等四个条件引起，应通过锁排序、超时机制等方式避免。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" y="534924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07007" y="5458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03120" y="5394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思考题：请编写一个简单的生产者-消费者程序，使用同步和wait/notify实现，并思考如何避免死锁。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第6章 多线程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