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计算机网络可以按照覆盖范围分为三类。局域网通常用于一个房间或一栋楼内，速度最快；城域网连接城市内的多个地点；广域网则跨越更大地理区域，比如我们每天使用的互联网就是一个巨大的广域网。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拓扑描述了设备之间如何连接。星型拓扑是现代局域网最常用的结构，中心设备通常是交换机；总线型早期常见，但容易发生数据冲突；环型在光纤网络中仍有应用；网状拓扑则广泛用于骨干网，因为它的冗余性保证了高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协议是通信的“语言”，没有协议计算机之间无法互相理解。为了简化设计，人们采用了分层模型。就像我们寄信一样，写信、写信封、邮局分拣、运输、投递，每一层只关心自己的任务，而不用管其他层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两种经典的分层模型。OSI七层模型是理论上的国际标准，但实际互联网使用的是TCP/IP四层模型。TCP/IP模型更加简洁实用，我们的网络课程将主要基于TCP/IP模型进行讲解。请记住四层从上到下依次是：应用层、传输层、互联网层、网络接口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计算机网络的基本概念，包括定义、分类、拓扑结构和协议分层模型。这些是后续学习网络技术的基础。请大家课后思考：你身边有哪些网络属于LAN？你每天上网时使用了哪些协议层？下节课我们将深入探讨物理层和数据链路层的具体工作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计算机网络的定义与构成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计算机网络的分类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局域网（LAN）：覆盖范围小（如办公室、校园），高速、低延迟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城域网（MAN）：覆盖一座城市，如城市宽带网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广域网（WAN）：覆盖国家或全球，如互联网，速度相对较慢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网络拓扑结构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星型拓扑：所有节点连接至中心设备（如交换机），易管理但中心故障影响全局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总线型拓扑：所有节点共享一条通信线路，成本低但冲突多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环型拓扑：节点首尾相连形成闭环，数据单向传输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网状拓扑：每个节点与其他节点直接相连，可靠性高但成本高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网络协议与分层模型（一）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网络协议：计算机之间通信必须遵循的规则和约定，如语法、语义、同步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分层思想：将复杂通信过程分解为多个层次，每层各司其职，便于实现和维护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举例：日常通信中，写信、投递、运输等环节也可以理解为分层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网络协议与分层模型（二）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OSI七层模型：物理层、数据链路层、网络层、传输层、会话层、表示层、应用层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TCP/IP四层模型：网络接口层、互联网层、传输层、应用层（实际工业标准）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核心层次对比：TCP/IP的互联网层对应OSI的网络层，传输层功能相同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计算机网络是互联的自主计算机集合，目的是资源共享和信息传递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按覆盖范围分为LAN、MAN、WAN，各有特点和适用场景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常见拓扑有星型、总线型、环型和网状，各有优缺点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协议是通信的规则，分层模型简化了网络设计，TCP/IP是实际标准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计算机网络概述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