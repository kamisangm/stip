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第2章：控制流与容器。本章我们将学习如何让Python程序根据条件执行不同的路径，以及如何通过循环重复执行代码。同时，我们还会介绍四种重要的容器类型：列表、元组、字典和集合，以及使用推导式和枚举来高效处理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条件判断是程序最基础的控制流。我们通过 if 来判断一个条件是否为真，如果为真则执行对应的代码块。 elif 是 else if 的缩写，用于添加更多的条件分支。最后的 else 是可选部分，当所有条件都不满足时执行。注意条件表达式最终要计算出布尔值。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Python提供了两种主要的循环结构。for 循环通常用于遍历一个序列或可迭代对象，例如列表中的每个元素。while 循环则更灵活，只要条件为真就会一直执行。我们还可以使用 break 和 continue 控制循环的流程，以及使用 else 子句在循环正常结束时执行特定代码。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表和元组都是有序的序列容器。列表是可变对象，可以随意增删改元素，非常适合需要动态修改的数据集。元组一旦创建就不能被修改，因此更安全，常用于表示固定数量的数据，例如坐标(x,y)或函数返回多个值。两者都支持索引、切片以及for循环遍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字典和集合都是基于哈希表实现的高效容器。字典以键值对形式存储数据，可以通过键快速查找对应的值。集合则只存储唯一元素，不包含重复值，适合做去重或成员关系测试。你还可以对集合进行数学运算，如并集、交集和差集，非常方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推导式是Python非常优雅的特性，能让你用一行代码生成新的列表、字典或集合。它通常比手动循环更简洁高效。enumerate() 函数在遍历序列时特别有用，它可以同时返回元素的索引和值，避免手动计数。熟练掌握推导式和枚举，能够显著提升你的编码速度和代码质量。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看几个综合示例，展示如何将本章知识点灵活组合。例如，我们可以用字典统计一篇文章中每个单词的出现次数；用列表推导式快速生成一个新列表；用enumerate在遍历列表的同时获取索引。编写代码时，尽量使用推导式代替手动循环，既简洁又高效。如果数据量非常大，可以考虑使用生成器表达式来节省内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Python控制流与容器的核心知识。条件判断让程序具备决策能力，循环帮助重复执行任务，而列表、元组、字典和集合则提供了不同的数据组织方式。推导式和枚举进一步简化了常见操作。课后请完成配套练习，巩固所学内容。下节课我们将深入学习函数与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第2章 控制流与容器 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本章学习目标：掌握Python的控制流与常用容器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重点内容：条件判断、循环结构、列表与元组、字典与集合、推导式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由浅入深，从基础控制结构到高效数据处理方式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条件判断：if / elif /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根据条件执行不同的代码分支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if 条件表达式: 执行块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elif 其他条件: 可选中间分支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else: 所有条件不满足时执行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条件表达式结果应为布尔值（True/False）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循环结构：for 与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for 循环：遍历可迭代对象（列表、字符串、range等）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while 循环：当条件为真时持续执行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break：提前退出循环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continue：跳过当前迭代，进入下一轮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else子句：循环正常结束时执行（未被break中断）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列表与元组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列表（list）：有序、可变、允许重复元素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列表常用操作：索引、切片、append、remove、sort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元组（tuple）：有序、不可变、允许重复元素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元组常用于存储不应修改的数据（如坐标、配置）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两者都支持迭代和索引访问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字典与集合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字典（dict）：键值对映射，键唯一且不可变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字典常用操作：d[key]访问、.keys()、.values()、.items()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集合（set）：无序、元素唯一、自动去重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集合支持集合运算：并集、交集、差集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两者都适合高效查找与去重场景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推导式与枚举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列表推导式：[表达式 for 变量 in 可迭代对象 if 条件]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字典推导式：{键:值 for 变量 in 可迭代对象 if 条件}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集合推导式：{表达式 for 变量 in 可迭代对象 if 条件}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enumerate()：同时获取元素和索引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推导式使代码更简洁、可读性更高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综合示例与最佳实践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示例：用字典统计单词出现次数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示例：用列表推导式筛选出偶数平方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示例：for循环配合enumerate同时处理索引与元素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建议：优先使用推导式而非手动构建空列表再追加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建议：处理大量数据时考虑生成器表达式节省内存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掌握条件判断：if/elif/else构建分支逻辑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理解循环：for遍历可迭代对象，while处理条件循环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熟悉容器：列表、元组、字典、集合的适用场景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灵活运用推导式与enumerate提升效率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课后练习：完成控制流与容器的编程题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