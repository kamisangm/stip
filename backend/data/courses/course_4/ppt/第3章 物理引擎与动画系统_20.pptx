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idbody是Unity物理引擎的核心组件。添加后对象会自动受重力影响。我们可以调节质量、阻力和角阻力来模拟不同材质，比如羽毛和铁块。还可以通过脚本调用AddForce让物体跳起或冲撞。注意运动学模式适合用代码直接控制位置而非物理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简单的重力，我们经常需要主动施加力或转矩来实现各种交互。比如玩家按W时给角色一个向前的冲力。力模式中的Impulse适用于瞬时冲击，比如开火后坐力；Force适合持续推力。注意扭矩是绕轴旋转的力，能让物体自旋或翻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物理材质（Physic Material）决定了物体表面的物理特性。比如将冰面的摩擦设为0.1，角色走在上面会打滑。调整弹性可以让球在地板上弹起。组合模式影响两个材质碰撞时摩擦值如何计算，通常选择平均值或最小值。注意Physic Material与Material（渲染材质）不同。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画系统核心是Animator组件和状态机。每个状态对应一个动画片段，状态之间通过条件切换。例如Idle状态下，当角色速度大于0.1时自动进入Walk状态。我们可以用动画参数驱动过渡，比如通过脚本设置Speed或JumpTrigger。这样就能实现流畅的动作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画事件让我们可以在播放到某一帧时执行代码，比如脚落地时发出脚步声，或者攻击动画中间帧检测命中。混合树则能实现更自然的过渡，比如根据移动速度在走和跑之间平滑混合，或者根据摇杆方向在前后左右移动之间混合。这些技术可以大幅提升游戏手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物理引擎和动画系统的核心概念。在实际项目中，物理和动画往往需要协同工作，比如角色受到冲击后播放受击动画。大家课后可以尝试做一个简单的小球弹跳场景，并结合Animator控制小球颜色变化，巩固今天的内容。下节课我们将学习用户界面与输入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第3章 物理引擎与动画系统概述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Rigidbody与物理运动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启用重力：使物体自然下落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Mass（质量）：影响惯性及碰撞力度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Drag与Angular Drag：控制线性与角运动阻尼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动态与运动学Rigidbody：是否受物理影响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常用操作：AddForce, MovePosition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力与扭矩应用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力（Force）：改变物体线速度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扭矩（Torque）：改变物体角速度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力模式：ForceMode.Force, Impulse, Acceleration, VelocityChange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应用场景：推箱子、汽车加速、旋转门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示例：Rigidbody.AddTorque(Vector3.up * torque)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物理材质与摩擦弹性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Physical Material：控制摩擦与弹性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摩擦系数：Dynamic Friction（动摩擦）与Static Friction（静摩擦）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弹性（Bounciness）：碰撞后的反弹程度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摩擦组合模式：平均、最小值、最大值、相乘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应用：冰面低摩擦，橡皮球高弹性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Animator与动画状态机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Animation Clip：定义单段动画（如行走、跳跃）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Animator Controller：组织动画状态与转换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状态机基础：Entry, AnyState, 各个动画状态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过渡条件：使用参数（Float, Int, Bool, Trigger）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示例：Idle到Walk通过Speed&gt;0.1触发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动画事件与混合树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动画事件（Animation Event）：在特定帧调用脚本函数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常见用途：播放音效、产生粒子、触发攻击判定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混合树（Blend Tree）：平滑混合多个动画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1D混合：根据单一参数（如速度）混合行走与奔跑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2D自由方向混合：根据两个参数（如水平和垂直）混合行动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本章总结与实践要点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Rigidbody + 力 → 模拟真实物理运动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物理材质 → 调控摩擦与弹性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Animator + 状态机 → 管理动画切换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动画事件 → 帧精确触发逻辑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混合树 → 实现平滑动画混合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实践中注意性能：减少物理更新频率，优化动画参数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物理引擎与动画系统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