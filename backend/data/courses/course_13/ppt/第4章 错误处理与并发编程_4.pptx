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先来看错误处理。与很多语言使用try-catch异常机制不同，Go语言采用了一种更显式、更简单的方法。在Go中，函数通常会返回一个error类型的值作为其最后一个返回值。这个error是一个接口，只需要实现一个Error()方法，返回一个描述错误的字符串。如果函数执行成功，这个error值就是nil；如果出错了，它就是一个非nil的值。这么做的好处是，错误处理逻辑变得非常清晰和可控。我们来看一个典型的例子，打开一个文件时，os.Open函数会返回两个值：一个文件指针和一个error。我们需要习惯性地检查这个error是否为nil，然后决定是继续操作还是记录错误并退出。这种显式检查虽然看起来有点繁琐，但它能确保程序员不会遗漏任何错误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除了使用标准库返回的错误，我们也可以自定义错误类型。最简化方式是用errors.New函数创建一个带固定文本的错误，或者用fmt.Errorf做更灵活的格式化。但这还不够，在实际开发中，错误往往需要携带更多的上下文信息。比如，当底层错误发生时，我们通常希望告诉上层‘在哪个环节出了什么问题’。Go1.13版本后引入了错误链机制，通过fmt.Errorf中的%w动词包装错误，可以让上层通过errors.Is和errors.As函数来检查或提取被包装的底层错误。这不仅保留了错误的原始信息，还增强了调试的便利性。大家要记住，好的错误处理不仅仅是捕获错误，还要能让错误的传播路径清晰可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学习一组非常有用的关键字：defer、panic和recover。首先，defer是一个声明，它后面的函数会在所在函数返回之前被执行，无论函数是正常结束还是发生了panic。这特别适合做资源清理工作，比如关闭文件、释放锁等。注意，如果有多个defer，它们的执行顺序是后进先出。然后，panic是Go语言中的一种‘恐慌’机制，当程序遇到无法继续执行的错误时，可以主动调用panic。一旦panic被触发，当前函数会立即停止执行defer之外的代码，但所有已注册的defer仍然会执行，然后panic会沿着调用栈向上传播。recover则用来捕获这个恐慌，让程序从崩溃边缘恢复过来。但注意，recover只有放在defer函数中才有效。这是一个非常有用的模式，可以防止单个goroutine的崩溃导致整个程序退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，现在让我们进入并发编程的世界。Go语言中并发执行的基本单位不是什么线程，而是goroutine。大家可以把goroutine想象成一种非常轻量级的线程，但它是由Go运行时系统调度的，而不是操作系统。启动一个goroutine特别简单，只需要在普通的函数或方法调用前加上go关键字。例如，go doSomething()就会在一个新的goroutine中异步执行doSomething函数。goroutine之所以轻量，是因为它的初始栈空间非常小，只有几千字节，并且可以根据需要自动增长。因此，在Go程序中，我们可以同时运行成千上万个goroutine，而不会耗尽系统资源。但有一个地方需要注意：如果主函数执行完毕，所有尚未完成的goroutine都会立即被强制结束。所以，我们需要使用同步机制来等待它们完成，我们马上就会学到一种方法——channe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routine之间如何通信和同步呢？Go语言给出了一个优雅的解决方案：channel。channel就像是一个管道，你可以把一个数据从一端放进去，然后在另一端取出来。它的设计理念是：不要通过共享内存来通信，而要通过通信来共享内存。使用make函数可以创建一个channel，你可以指定它传递的数据类型。channel分为有缓冲和无缓冲两种。无缓冲channel是同步的，意思是当你向channel发送数据时，必须要有另一个goroutine正在准备接收，否则发送会阻塞。同样，接收操作如果没有数据可用，也会阻塞。这提供了一种天然的同步机制。而有缓冲channel则有一个固定大小的缓冲区，只要缓冲区没满，发送就不会阻塞；只要缓冲区非空，接收就不会阻塞。这种设计让我们可以灵活地控制并发数据流动的节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我们同时有多个channel需要处理时，就可以使用select语句。select可以监听多个channel的发送或接收操作，哪个channel先准备好，就执行哪个case的代码。这在实现超时控制、多路数据读取等场景下非常有用。比如，我们可以同时等待两个数据源，谁先返回数据就先处理谁。select的另一个重要特点是，当多个channel同时就绪时，Go会随机选择一个执行，这有助于防止某个channel被‘饿死’。另外，我们还可以给select加上一个default分支，当所有channel都不就绪时，执行default分支，这可以实现非阻塞的channel操作。最后，关于channel的使用习惯，我们通常使用for-range循环来从一个channel中读取数据，range会持续读取，直到channel被显式关闭。关闭channel用close函数，这能通知接收方数据已经发送完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了，同学们，我们来快速回顾一下今天学到的所有内容。在本章中，我们首先掌握了Go独特的错误处理哲学：不使用异常，而是通过返回值显式处理错误。接着，我们学习了defer、panic和recover这三兄弟，它们分别用于延迟执行、主动引发错误以及恢复错误。然后，我们进入了并发编程的世界，goroutine让我们能够以极低的成本启动成千上万个并发任务。channel则提供了这些任务之间安全、优雅的通信方式。最后，select语句让我们可以像处理开关一样，灵活地管理多个channel。课后，我建议大家自己动手实现一个小项目，比如使用goroutine并发下载多个网页，用channel收集下载结果，并用select实现一个超时机制。实践是检验真理的唯一标准，希望你们能通过练习将这些知识内化为自己的技能。今天的课就到这里，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本章学习目标与引入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第4章 错误处理与并发编程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第4章 错误处理与并发编程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错误处理：Go的哲学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Go语言没有异常机制，错误通过函数返回的error接口值来处理。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error是一个内置接口，只包含一个Error() string方法，用于描述错误信息。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惯例：如果函数可能出错，返回值的最后一个通常是error类型，成功时为nil。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调用者必须检查错误，通常使用if err != nil语句立即处理。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例如：f, err := os.Open("test.txt"); if err != nil { log.Fatal(err)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错误处理与并发编程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自定义错误与错误包装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我们可以通过实现error接口来创建自定义错误类型。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errors.New()和fmt.Errorf()是创建简单错误的常用方式。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Go 1.13引入了errors.Is和errors.As，支持错误链的判断和类型断言。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错误包装（wrapping）使用%w格式化动词，能为错误添加上下文信息。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例如：fmt.Errorf("读取文件失败: %w", err) 保留了原始错误链。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错误处理与并发编程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defer、panic与recover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defer用于延迟执行一个函数调用，在包含它的函数返回前执行，常用于资源释放。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多个defer遵循后进先出（LIFO）的执行顺序。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panic用于引发运行时错误，会终止当前函数的正常流程，并开始执行所有已注册的defer。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recover用于捕获panic，使程序从恐慌状态恢复，recover只有在defer中调用才有效。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典型模式：defer func() { if r := recover(); r != nil { log.Printf("恢复恐慌: %v", r) } }()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错误处理与并发编程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goroutine：轻量级并发单元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goroutine是Go语言中实现并发的核心，是一种轻量级的‘用户态线程’。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启动一个goroutine只需在函数调用前加上go关键字，例如：go myFunction()。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goroutine的初始栈空间很小（几KB），且可动态伸缩，因此可以轻松创建成千上万个。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主函数返回时，所有goroutine都会立即终止，因此需要等待机制。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区别于操作系统线程，goroutine由Go运行时管理，创建和切换成本极低。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错误处理与并发编程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channel：goroutine之间的通信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channel是goroutine之间传递数据的管道，遵循‘不要通过共享内存来通信，而要通过通信来共享内存’。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创建channel使用make函数：ch := make(chan int) 或 make(chan int, 容量) 创建有缓冲channel。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发送数据：ch &lt;- value；接收数据：value := &lt;-ch。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无缓冲channel同步阻塞：发送和接收操作都会阻塞，直到另一方准备好，确保数据同步。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有缓冲channel异步：缓冲区未满时发送不阻塞，缓冲区非空时接收不阻塞。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错误处理与并发编程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select多路复用与channel关闭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select语句用于同时监听多个channel的操作，当任一channel就绪时执行对应分支。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select的语法类似switch，每个case是一个channel的发送或接收操作。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如果有多个channel同时就绪，select会随机选择一个执行。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如果所有channel都不就绪，select会阻塞，除非有default分支。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建议：使用for-range循环读取channel，直到channel被关闭。关闭channel使用close()函数。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错误处理与并发编程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本章总结与综合案例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本章覆盖了Go语言错误处理和并发编程的五大核心知识点。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错误处理：显式返回error，支持自定义错误和错误链包装。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defer/panic/recover：资源清理与异常恢复的黄金组合。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goroutine与channel：轻量级并发单元与通信同步机制。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select多路复用：优雅处理多个channel的并发读写。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综合案例：使用goroutine并发下载文件，用channel传递结果，用select处理超时，用defer关闭资源。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错误处理与并发编程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