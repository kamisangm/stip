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来理解树的基本概念。树是由结点组成的层次结构，有且仅有一个根结点。其他结点可以划分为互不相交的子树。大家要熟悉这些术语：度是指结点拥有的子树个数；树的度是各结点度的最大值；深度是从根结点到最远叶子结点的层数。这些术语是后续学习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叉树是本章的核心。它要求每个结点最多有两个子结点，并且左右子树的次序不能颠倒。满二叉树和完全二叉树是两种重要的特例。这里三条性质很重要：第i层最多有2^(i-1)个结点；深度为k的二叉树结点总数不超过2^k-1；叶子结点数等于度为2的结点数加1。这些性质在后续的存储和算法分析中会反复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叉树的存储方式有两种。顺序存储利用数组下标反映父子关系，适合完全二叉树，但一般二叉树会造成空间浪费。链式存储使用二叉链表，每个结点包含数据域和左右孩子指针，更灵活且省空间。实际开发中，链式存储更常用，大家要熟练掌握其结构定义和创建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遍历是二叉树最基本的操作。先序遍历先访问根，再遍历左右子树；中序遍历先左再根再右，对于二叉搜索树能得到有序序列；后序遍历先左右再根，常用于删除结点。递归算法非常直观，希望大家一定要亲手写一遍代码。非递归版本则需要借助栈来模拟递归过程，有助于理解栈的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层次遍历又称广度优先遍历，它按照从上到下、从左到右的顺序访问每个结点。实现时我们需要一个队列：首先根结点入队，然后每次弹出队首结点并访问它，同时将其左右孩子依次入队。这种遍历方式在求解二叉树的最小深度、按层打印等场景中非常有用。请同学们对比理解深度优先和广度优先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哈夫曼树是一种带权路径长度最短的二叉树，也叫最优二叉树。构造时，我们从一组权值出发，反复选择最小的两个结点合并，直到只剩一棵树。利用哈夫曼树可以得到哈夫曼编码，即左分支标0、右分支标1，每个叶子对应一个前缀码。这种编码在无损压缩中非常经典，例如ZIP等工具就使用了类似的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最后我们来看两种重要的二叉搜索树。普通BST在理想情况下查找效率为O(log n)，但如果插入数据有序会导致树退化为链表，效率降为O(n)。为了克服这个问题，发明了平衡二叉树（AVL树），它要求任何结点的左右子树高度差不超过1。当插入或删除破坏平衡时，通过四种旋转（左旋、右旋、左右双旋、右左双旋）重新恢复平衡。AVL树是后续学习红黑树等更高级数据结构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第3章 树与二叉树 · 概览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树的基本概念与术语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树的定义：n（n≥0）个结点的有限集合，n=0时为空树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基本术语：根结点、叶子结点、内部结点、父结点、子结点、兄弟结点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相关概念：结点的度、树的度、层次、深度、高度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树的表示形式：树形图、嵌套集合、凹入表示法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二叉树的定义与性质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二叉树定义：每个结点最多有两棵子树（左子树、右子树）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特殊二叉树：满二叉树、完全二叉树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基本性质：第i层最多有 2^(i-1) 个结点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性质2：深度为k的二叉树最多有 2^k - 1 个结点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性质3：叶子结点数 = 度为2的结点数 + 1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二叉树的顺序存储与链式存储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顺序存储：用一维数组存放完全二叉树，结点下标关系为：2i（左孩子）、2i+1（右孩子）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顺序存储适用场景：完全二叉树，空间利用率高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链式存储：二叉链表（data, leftChild, rightChild）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链式存储优点：易于实现插入、删除操作，适合一般二叉树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二叉树的先序、中序、后序遍历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先序遍历：根 → 左子树 → 右子树（DLR）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中序遍历：左子树 → 根 → 右子树（LDR）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后序遍历：左子树 → 右子树 → 根（LRD）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遍历算法：递归实现简洁，非递归利用栈模拟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应用：先序构造树、中序排序、后序销毁树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二叉树的层次遍历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层次遍历定义：从上到下、从左到右依次访问每个结点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实现原理：利用队列，根结点入队，循环出队并依次让左右孩子入队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特点：按广度优先顺序输出，适合求树的宽度、深度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与先序/中序/后序遍历的区别：属于广度优先，其余为深度优先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哈夫曼树与哈夫曼编码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基本概念：带权路径长度（WPL）、最优二叉树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构造方法：每次合并权值最小的两棵树，形成新结点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哈夫曼编码：左0右1，前缀编码，用于数据压缩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典型应用：文件压缩（如ZIP）、信息传输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二叉搜索树与平衡二叉树（AVL树）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二叉搜索树（BST）：左子树值 &lt; 根值 &lt; 右子树值，支持快速查找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BST的缺陷：退化为单链表，查找效率降为O(n)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平衡二叉树（AVL）：左右子树高度差不超过1，保证O(log n)查找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AVL的平衡调整：LL、RR、LR、RL四种旋转操作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树与二叉树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