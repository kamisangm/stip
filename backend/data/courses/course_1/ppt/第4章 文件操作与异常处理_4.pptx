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各位同学大家好，今天我们进入第四章的学习。本章将重点讲解如何在Python程序中与外部文件进行交互，并妥善处理程序运行时可能出现的各种异常情况。这些技能对于编写健壮、可维护的代码至关重要。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，我们来看如何用Python打开和读写文件。最基本的做法是使用open函数，它需要文件名和打开模式。最常见的模式有读取r、写入w和追加a。但手动调用close容易遗忘，因此更推荐使用with语句，它会在代码块执行完毕后自动关闭文件，安全且简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XT文件是最简单的文本格式，适合存储纯文本数据。读取时可以一次性读入，也可以逐行处理。CSV文件在数据分析和Excel中广泛使用，Python的csv模块可以很方便地读写表格数据。注意CSV默认以逗号分隔，读取后每行是一个列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了TXT和CSV，JSON是现代编程中最常用的数据格式之一。它的语法与Python字典非常相似，因此解析非常方便。当我们需要保存配置、API响应或结构化数据时，JSON是首选。使用json模块的dump和load可以轻松完成序列化与反序列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程序运行中经常会遇到异常情况，比如文件不存在、数据类型错误等。如果不处理，程序会直接崩溃。通过try/except结构，我们可以优雅地捕获这些异常，并给出友好的提示。else块在无异常时运行，finally块通常用来做清理工作，如关闭文件，确保资源不泄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了用异常处理外部错误，我们还需要在代码内部主动检查条件是否满足，这时可以用assert断言。不过断言主要用于开发和测试阶段，不建议用于校验用户输入。而logging日志模块则可以在任何阶段输出详细的运行信息，帮助我们追踪问题，比print语句更灵活、更可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我们来看一个综合案例：假设我们有一个配置文件config.json，里面存放了用户名和密码。我们要安全地读取它，如果文件不存在或键缺失，不能直接崩溃，而要给出提示并记录日志。通过这个案例，大家可以巩固今天的知识点：文件读写、异常处理以及日志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内容到这里就结束了。我们学习了如何用Python读写不同格式的文件，以及如何用异常处理机制让程序更健壮。课后同学们可以动手练习一下，结合csv和json，以及日志和异常处理，完成一个小程序。掌握这些知识后，你就可以处理很多实际的生产环境数据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本章概述：文件操作与异常处理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学习如何读写外部文件（txt/csv/json）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掌握文件打开与关闭的标准方法（open/close/with）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了解程序运行中常见的错误类型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学会使用异常处理机制（try/except/finally）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引入断言（assert）与日志（logging）辅助调试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文件读写基础：open/close 与 with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open() 函数：打开文件，返回文件对象，指定模式（r/w/a/r+/...）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常用模式：r（读取）、w（写入，覆盖）、a（追加）、rb/wb（二进制）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手动管理：file = open(...) → 操作 → file.close()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推荐使用 with 语句：自动关闭文件，避免资源泄漏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示例：with open('data.txt', 'r', encoding='utf-8') as f: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常见文本格式：TXT 与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TXT：纯文本，使用 read()/readlines() 或 for 循环逐行读取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TXT 写入：write() 写入字符串，writelines() 写入字符串列表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CSV：逗号分隔值，可用 csv 模块处理（reader/writer）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CSV 读取示例：for row in csv.reader(f): print(row)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CSV 写入示例：csv.writer(f).writerow(['name', 'age'])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JSON 格式文件读写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JSON：轻量级数据交换格式，结构清晰，与Python字典/列表对应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json.dump(data, file)：将Python对象写入JSON文件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json.load(file)：从JSON文件读取数据到Python对象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示例：with open('config.json','r') as f: config = json.load(f)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注意编码与 ensure_ascii 参数（写入中文时设为 False）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异常与错误处理：try/except/finally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错误类型：语法错误、运行时错误（异常）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try 块：放置可能出错的代码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except 块：捕获并处理特定异常（如 FileNotFoundError, ValueError）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else 块：无异常时执行的代码（可选）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finally 块：无论是否异常都会执行（常用于释放资源）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断言与日志：调试与监控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assert 条件, '错误信息'：程序在条件为False时抛出AssertionError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断言用于开发阶段快速检查假设，生产环境可禁用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logging 模块：输出日志到控制台或文件，比print更专业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日志级别：DEBUG &lt; INFO &lt; WARNING &lt; ERROR &lt; CRITICAL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基本使用：logging.basicConfig(level=logging.INFO) → logging.info('消息')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综合案例：读取配置文件并处理异常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目标：从config.json读取用户名和密码，打印问候信息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步骤：用with + json.load读取文件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异常处理：捕获FileNotFoundError和KeyError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使用logging记录操作过程与错误信息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演练代码片段，体会异常处理与日志配合的优势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本章小结与练习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核心技能：文件读写（with open）、异常处理（try/except/finally）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常用格式：txt / csv / json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调试工具：assert（断言）与 logging（日志）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课后练习：编写一个程序，读取一个CSV成绩文件，计算平均分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要求：处理文件不存在或数据格式错误的异常，并记录日志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