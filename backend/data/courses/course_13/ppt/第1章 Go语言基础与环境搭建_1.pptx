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接下来我们重点学习Go语言简介、安装Go开发环境、第一个Go程序。对于每个知识点，我们不仅要理解概念定义，更要掌握其背后的原理和实际应用方法。请同学们注意做好笔记。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接下来我们重点学习Go命令行工具。让我们深入探讨这个知识点的核心内容。请同学们注意做好笔记。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好的，以上就是第1章 Go语言基础与环境搭建的全部内容。我们学习了Go语言简介, 安装Go开发环境, 第一个Go程序等核心知识点。建议同学们课后整理笔记，建立自己的知识框架，并通过练习题来检验掌握程度。有任何疑问欢迎随时提问，我们下次课再见！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第1章 Go语言基础与环境搭建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Go语言基础与环境搭建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Go语言基础与环境搭建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Go语言简介（概念）：理解其核心定义、原理和应用场景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安装Go开发环境（实践）：理解其核心定义、原理和应用场景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第一个Go程序（实践）：理解其核心定义、原理和应用场景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Go语言基础与环境搭建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Go命令行工具（技能）：理解其核心定义、原理和应用场景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Go语言基础与环境搭建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回顾本章核心：Go语言简介, 安装Go开发环境, 第一个Go程序等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Go语言基础与环境搭建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