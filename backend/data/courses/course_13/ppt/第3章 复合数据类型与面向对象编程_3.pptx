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我们先来看数组。数组就是一组固定长度的、相同类型的数据排列。比如声明一个长度为5的整型数组，写法是 var a [5]int。注意，长度是数组类型的一部分，所以[5]int和[10]int是不同的类型。数组的索引从0开始，比如a[0]就是第一个元素。遍历数组非常方便，用for循环配合len函数。但这里有一个重点需要大家记住：数组在Go里是值类型。什么意思呢？当你把数组赋值给另一个变量或者传给函数时，会复制整个数组。修改副本不会影响原数组。这一点和后面要学的切片很不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数组的固定长度有时候很不方便，比如我们不知道要存多少数据。这时候切片就派上用场了。切片可以看作是动态的数组，它的长度可以变化。声明切片有很多方式，最常用的是直接用 make 函数，比如 s := make([]int, 5) 就创建了长度为5的切片。切片底层其实引用了一个数组，它由指针、长度和容量三部分组成。当我们用 append 添加元素时，如果容量不够，Go会自动分配一个更大的新数组。特别重要的是，切片是引用类型，赋值时只是多了一个指向底层数组的引用，修改会相互影响。这一点和数组的值传递完全不同，请大家务必区分。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接下来是映射，也叫map，其他语言里叫字典或哈希表。它存的是键值对，比如用字符串作为键来查找一个整数。声明map时要注意，必须用make初始化，否则是nil。访问map元素时，最好使用两个返回值的方式：value, ok := m[key]，这样就能安全地知道键是否存在。如果直接访问不存在的键，会返回零值，容易出错。另外，map是无序的，每次遍历的顺序可能都不一样，这一点在编程时要特别注意。和切片一样，map也是引用类型，传递给函数时修改会影响到调用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，让我们学习最重要的复合类型之一：结构体。结构体可以组合多个不同类型的字段，用来表示现实中的实体。比如我们定义一个Person类型，里面有Name和Age字段。定义时使用type和struct关键字。创建结构体实例有多种方式，一种是直接按字段顺序赋值，一种是指定字段名。访问字段用点号，非常直观。需要记住，结构体和数组一样，是值类型。赋值时会复制整个结构体，修改副本不会影响原对象。结构体还可以嵌套，比如在Person里放一个Address字段，这样就能表示更复杂的数据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有了结构体来表示数据，但怎么让结构体有行为呢？这就引入了方法。方法是特殊的函数，它有一个额外的参数叫接收者。比如我们给Person类型加一个Say方法，就可以让Person实例调用p.Say()。接收者可以是值类型，也可以是指针类型。值接收者操作的是副本，不会影响原对象；指针接收者操作的是原对象，可以直接修改。什么时候用指针接收者？一般有两个原则：一是需要修改接收者的数据时，二是结构体很大时，用指针可以避免复制，提高效率。方法让我们的类型有了行为，是Go中实现面向对象编程的关键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，我们来学习接口。接口在Go语言中是非常重要的概念。它定义了一组方法签名，但并不实现它们。任何类型只要实现了接口里的所有方法，就自动满足了这个接口，不需要显式声明。这种隐式实现让代码非常灵活，比如我们可以定义一个Speaker接口，只要有Say方法就算，不管是什么类型。这里特别提一下空接口interface{}，它没有方法，所以任何类型都实现了空接口，有点像泛型。但使用时需要通过类型断言来获取具体的类型。接口让Go语言实现了多态，是面向对象编程的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学了很多新知识，现在我们通过一个综合案例把它们串起来。假设我们要做一个学生信息管理系统。首先定义Student结构体，有Name、Age、Score等字段，然后给它加上UpdateScore和Display方法。接着我们用切片来存储所有学生，用map按学号快速查找。再定义一个Printable接口，要求有Print方法，让Student和Course都实现它。最后写一个函数，接受Printable接口参数，这样不管是学生还是课程，都能统一调用Print方法。这个案例用到了结构体、方法、切片、map和接口，希望大家课后能自己动手写一遍，加深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了，我们快速回顾一下本章的重点。数组和切片都可以存一组数据，但数组长度固定、是值类型；切片长度可变、是引用类型，实际开发中切片用得更多。映射是键值对结构，查找速度快，但要记得用make初始化。结构体让我们可以自定义类型，方法则为类型增加了行为。接口定义了一组协议，任何类型只要实现了方法就算实现了接口，这让代码非常灵活。这些复合数据类型和面向对象特性是Go语言的精华，希望大家多练习，把它们变成自己的工具。下一章，我们将学习错误处理和文件操作，敬请期待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从基本类型到复合类型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第3章 复合数据类型与面向对象编程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第3章 复合数据类型与面向对象编程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数组：固定长度的同类型元素序列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数组是长度固定的、元素类型相同的数据集合，声明格式为 var a [5]int，长度是类型的一部分。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数组的索引从0开始，通过索引访问元素，例如 a[0]=100，遍历时常用 for i:=0; i&lt;len(a); i++。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数组是值类型，赋值或传参时会复制整个数组，修改副本不影响原数组。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例如：arr1 := [3]int{1,2,3} 声明长度为3的数组，arr2 := arr1 后修改arr2[0]不会改变arr1。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复合数据类型与面向对象编程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切片：动态灵活的数组视图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切片（slice）是对底层数组的引用，长度可变，声明方式如 s := []int{1,2,3} 或使用make函数。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切片由指针、长度和容量三部分组成，通过 append 函数动态添加元素，当容量不足时自动扩容。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切片是引用类型，赋值或传参时不复制底层数组，多个切片可能共享同一份数据。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例如：arr:=[5]int{1,2,3,4,5}; slice:=arr[1:4] 创建切片，修改slice[0]会影响到arr[1]。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复合数据类型与面向对象编程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映射：键值对的无序集合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映射（map）是一种键值对数据结构，声明格式为 var m map[keyType]valueType，必须用make初始化。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通过 m[key] = value 赋值，使用 value, ok := m[key] 安全访问键值，ok表示键是否存在。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映射是无序的，每次遍历的顺序可能不同，不能依赖顺序。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例如：m := make(map[string]int); m["age"] = 25; 之后删除使用 delete(m, "age")。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映射也是引用类型，函数内修改映射会影响外部数据。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复合数据类型与面向对象编程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结构体：自定义的复合类型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结构体（struct）可以将不同类型的数据组合成一个整体，用 type 关键字定义新的类型。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定义格式：type Person struct { Name string; Age int }，然后通过 p := Person{"Tom",20} 创建实例。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结构体字段通过点号访问，如 p.Name，结构体是值类型，赋值会复制所有字段。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结构体可以嵌套，用于建模更复杂的实体，例如在Person中嵌入Address结构体。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复合数据类型与面向对象编程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方法：为类型绑定行为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方法就是带有接收者（receiver）的函数，接收者在 func 关键字和方法名之间，如 func (p Person) Say()。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方法可以定义为值接收者或指针接收者，值接收者操作副本，指针接收者可以修改原对象。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通常，需要修改接收者或结构体较大时使用指针接收者，以避免复制开销。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例如：func (p *Person) SetAge(age int) { p.Age = age } 允许修改原Person的Age字段。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复合数据类型与面向对象编程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接口：定义行为的抽象契约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接口（interface）定义了一组方法签名，任何类型只要实现了这些方法就算实现了该接口。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Go的接口是隐式实现的，不需要显式声明 implements 关键字，具有极大的灵活性。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空接口 interface{} 可以表示任何类型，常用于处理未知类型的数据。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通过类型断言可以获取接口变量的具体类型，例如 value, ok := i.(int)。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复合数据类型与面向对象编程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综合案例：学生信息管理系统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定义一个Student结构体，包含姓名、年龄、成绩等字段，并实现更新成绩和显示信息的方法。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使用切片存储多个学生，使用map按学号快速查找学生信息。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定义一个Printable接口，要求实现Print方法，让Student和Course类型都满足。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编写函数接受Printable接口参数，实现多态输出，体现了接口的灵活性和复用性。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复合数据类型与面向对象编程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本章总结与关键概念对比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数组长度固定，是值类型；切片长度可变，是引用类型，更灵活常用。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映射是无序的键值对集合，适合快速查找，但注意初始化。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结构体组合多个字段建模实体，方法是绑定到类型的行为。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接口定义契约，Go的隐式实现带来高灵活性，空接口可表示任意类型。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复合数据类型是Go面向对象编程的基础，掌握它们能写出更健壮、易维护的代码。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复合数据类型与面向对象编程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