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我们来认识Python。Python是一门解释型语言，这意味着我们写的代码不需要编译，而是由解释器逐行执行。它的语法非常接近自然语言，比如用缩进来表示代码块，这使得新手学习起来更容易。它的应用范围非常广，从网站后端到人工智能算法，从办公自动化到游戏开发，都能见到Python的身影。安装时，大家一定要记得勾选‘Add Python to PATH’，这样在命令行中直接输入python就能运行。关于开发工具，课堂上我会用VS Code做演示，大家课后可以自行尝试。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中的数据类型非常直观。整数就是没有小数点的数，比如班级人数50；浮点数就是带小数点的，比如圆周率3.14159。特别注意，在Python中整数和浮点数的运算结果是浮点数。字符串是我们在程序中处理文本的方式，可以用单引号也可以用双引号，但需要成对出现。布尔值只有True和False两个，但大家要记住，在Python里它们实际上是整数类型的一个子类，True等于1，False等于0。最后，type()函数是我们检查数据类型的利器，当你对某个值不确定时，用它看一下就知道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变量是编程中储存数据的基本方式。就像一个贴了标签的盒子，我们可以把数据放进去，并用标签名来引用它。Python中变量的命名需要遵守一些规则：不能以数字开头，比如1age就不行；不能和Python内置的关键字重名，比如你不能定义一个变量叫‘if’。Python是动态类型的，这意味着你可以先给变量赋一个整数，后面再给它赋一个字符串，解释器不会报错——这虽然灵活，但也要小心不要混淆。另外千万不要把赋值号=和比较符==弄混了，这是初学者最容易犯的错误。建议大家给变量起名字时尽量用有意义的英文单词，比如用score而不是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运算符让我们可以对数据进行各种计算。算术运算符中，大家要特别注意/和//的区别：/总是返回浮点数，比如5/2=2.5；//则只取整数部分并向下取整，5//2=2，-5//2=-3。取余%在判断奇偶性时非常有用，比如num % 2 == 0说明是偶数。比较运算符的结果是布尔值，常用于if语句。逻辑运算符可以组合多个条件，比如判断一个年份是否是闰年：year % 4 == 0 and year % 100 != 0 or year % 400 == 0。当表达式中运算符较多时，建议大家用括号清晰地指定优先级，这样代码更易读，也避免出错。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何程序都需要与用户交互，最基础的就是输入输出。print()是输出函数，我们之前其实已经多次用到它了。它可以接受任意数量的参数，并用空格分隔输出。input()函数会等待用户从键盘输入，按回车结束。但要注意：input()返回的一定是字符串！如果你需要做数学计算，比如计算年龄加10，必须先转成整数：int(input('请输入年龄:'))。关于格式化输出，老式的做法是用%占位符或者format方法，但Python 3.6以后最推荐的是f-string，它不仅写法简洁，而且运行速度也更快。比如输出一个问候语：print(f'我的名字是{name}，今年{age}岁。')，是不是很直观？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把刚才学到的知识串联起来，做一个综合练习。这是一个非常经典的小程序：让用户输入个人信息，然后输出一段完整的自我介绍。大家注意两点：第一，年龄和身高必须转换成int和float，否则后面f-string中虽然能输出，但如果想做年龄加一的计算就会出错；第二，input的提示文字要写清楚，方便用户知道该输入什么。这个程序虽然简单，但它包含了变量、赋值、数据类型、类型转换、输入输出等最核心的基础操作。请大家在自己的电脑上敲一遍，运行成功后再尝试修改，比如加上出生年份的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了，我们来总结一下本章的核心内容。我们从零开始，了解了Python是什么以及如何安装；然后学习了四种基本数据类型：整数、浮点数、字符串和布尔值；接着掌握了变量的赋值和命名规则；运算符部分我们重点区分了算术、比较和逻辑三种运算符，并强调了优先级；最后我们学会了用input()获取用户输入、用print()输出结果，并通过f-string让输出更漂亮。课后请大家做一个小练习：输入圆的半径，计算面积和周长。这个任务需要用到浮点数转换、算术运算符和f-string，正好巩固我们今天学到的所有知识。下一章我们将学习控制流——if判断和循环，敬请期待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1645920"/>
            <a:ext cx="1033272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1920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开启Python编程之旅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Microsoft YaHei"/>
                <a:ea typeface="Microsoft YaHei"/>
              </a:rPr>
              <a:t>第1章 Python入门基础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6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43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29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01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58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15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72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430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887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E66D"/>
                </a:solidFill>
                <a:latin typeface="Microsoft YaHei"/>
                <a:ea typeface="Microsoft YaHei"/>
              </a:rPr>
              <a:t>第1章 Python入门基础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Python简介与环境安装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Python是一种解释型、面向对象的高级编程语言，由Guido van Rossum于1991年发布，以其简洁易读的语法著称。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Python广泛应用于Web开发、数据分析、人工智能、自动化脚本和科学计算等领域，是目前最流行的编程语言之一。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安装Python推荐从官方网站python.org下载最新稳定版本（如Python 3.12），安装时请勾选“Add Python to PATH”选项。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开发环境可以选择IDLE（自带）、VS Code、PyCharm或Jupyter Notebook，初学者建议使用VS Code配合Python插件。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Python入门基础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基本数据类型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整数（int）：表示没有小数部分的数字，例如42、-7、0，支持任意大小（理论受内存限制）。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浮点数（float）：表示带小数点的数字，例如3.14、-0.5、1.0，科学计数法如1.5e2表示150.0。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字符串（str）：用单引号或双引号括起来的文本，例如'Hello'或"Python"，支持转义字符如\n表示换行。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布尔型（bool）：只有两个值True和False，常用于条件判断，在数值运算中True为1，False为0。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使用type()函数可以查看任意数据的类型，例如type(42)返回&lt;class 'int'&gt;，这是调试时非常有用的工具。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20624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5195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Python入门基础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变量与赋值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变量是存储数据的容器，通过赋值语句创建：变量名 = 值，例如 age = 18 将整数18赋给变量age。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变量命名规则：只能包含字母、数字和下划线，不能以数字开头，大小写敏感，不能使用Python关键字（如if、for等）。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Python是动态类型语言：变量不需要事先声明类型，同一个变量可以先后赋值为不同类型的数据，例如 x = 5; x = 'hello' 是合法的。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使用=进行赋值，==用于比较是否相等，两者完全不同，初学者务必区分清楚。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变量名应具有描述性，例如student_name比sn更易读，良好的命名习惯是编程素养的体现。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20624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5195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Python入门基础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运算符与表达式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算术运算符包括：+（加）、-（减）、*（乘）、/（除，结果总是浮点数）、//（整除，向下取整）、%（取余）、**（幂运算），例如17 // 5 结果为3，17 % 5 结果为2。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比较运算符：==（等于）、!=（不等于）、&gt;（大于）、&lt;（小于）、&gt;=（大于等于）、&lt;=（小于等于），结果返回布尔值True或False。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逻辑运算符：and（与）、or（或）、not（非），用于组合多个条件，例如(age &gt;= 18) and (age &lt; 60) 判断是否为成年人且未退休。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运算符优先级：括号最优先，其次是指数**，然后乘除取整除取余，再是加减，最后是比较和逻辑运算，建议使用括号明确顺序。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表达式是由操作数和运算符组成的合法组合，例如 (3 + 4) * 2 是一个表达式，其结果为14。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20624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5195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Python入门基础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输入与输出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使用print()函数向屏幕输出信息，可以一次输出多个值，用逗号分隔，例如 print('年龄:', age) 会输出'年龄: 18'。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print()默认在末尾添加换行符，可以通过end参数改变，例如 print('Hello', end=' ') 使其不换行。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使用input()函数从键盘获取用户输入，输入的内容始终以字符串形式返回，如果需要数字必须用int()或float()进行转换。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格式化输出方式一：使用+拼接字符串，如'你好' + name，但需注意不同类型不能直接拼接。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格式化输出方式二：使用f-string（推荐），在字符串前加f并在花括号内写变量名，如f'你好，{name}，你今年{age}岁。'直观且高效。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20624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5195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Python入门基础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综合示例：个人信息程序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编写一个简单的交互程序：先提示用户输入姓名（字符串）、年龄（整数）、身高（浮点数），然后使用f-string输出一段完整的自我介绍。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示例代码：name = input('请输入你的姓名: ')；age = int(input('请输入你的年龄: '))；height = float(input('请输入你的身高(米): '))；print(f'大家好，我叫{name}，今年{age}岁，身高{height}米。')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运行结果示例：输入‘张三’、‘20’、‘1.75’，输出“大家好，我叫张三，今年20岁，身高1.75米。”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这段小程序融合了input()、类型转换、变量赋值、f-string输出等本节所有知识点，请同学们课后自己动手练习。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Python入门基础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365760"/>
            <a:ext cx="7589520" cy="9144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11480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本章回顾与练习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1463040"/>
            <a:ext cx="8503920" cy="68580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7" y="1618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15544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Python是强大且易学的语言，我们从安装环境开始了编程之旅。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2286000"/>
            <a:ext cx="8503920" cy="68580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7280" y="23317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7" y="24414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3774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基本数据类型包括int、float、str、bool，用type()可以检查类型。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3108960"/>
            <a:ext cx="8503920" cy="68580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" y="315468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7007" y="32644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32004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变量无需声明类型，命名要遵守规则并具有描述性。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3931920"/>
            <a:ext cx="8503920" cy="68580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7280" y="397764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7" y="40873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40233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运算符分为算术、比较、逻辑三类，注意优先级并使用括号提高可读性。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828800" y="4754880"/>
            <a:ext cx="8503920" cy="68580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97280" y="480060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07007" y="49103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03120" y="48463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输入用input()，输出用print()，结合f-string实现友好格式化输出。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828800" y="5577840"/>
            <a:ext cx="8503920" cy="68580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97280" y="5623559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07007" y="57332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03120" y="566927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课后练习：编写一个程序，输入圆的半径（浮点数），计算并输出圆的面积和周长（π取3.14159）。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57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14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371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828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2286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2743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200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3657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4114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572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029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5486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943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400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858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315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772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229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686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144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9601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0058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0515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10972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1430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11887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Python入门基础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