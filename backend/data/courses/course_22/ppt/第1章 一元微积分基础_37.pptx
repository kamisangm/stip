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接下来我们重点学习第1章引言、函数与极限、导数与微分。对于每个知识点，我们不仅要理解概念定义，更要掌握其背后的原理和实际应用方法。请同学们注意做好笔记。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接下来我们重点学习不定积分与定积分、微分中值定理、泰勒多项式初步。对于每个知识点，我们不仅要理解概念定义，更要掌握其背后的原理和实际应用方法。请同学们注意做好笔记。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好的，以上就是第1章 一元微积分基础的全部内容。我们学习了第1章引言, 函数与极限, 导数与微分等核心知识点。建议同学们课后整理笔记，建立自己的知识框架，并通过练习题来检验掌握程度。有任何疑问欢迎随时提问，我们下次课再见！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第1章 一元微积分基础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第1章 一元微积分基础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第1章 一元微积分基础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第1章引言（概念）：理解其核心定义、原理和应用场景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函数与极限（概念）：理解其核心定义、原理和应用场景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导数与微分（技能）：理解其核心定义、原理和应用场景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一元微积分基础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不定积分与定积分（技能）：理解其核心定义、原理和应用场景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微分中值定理（概念）：理解其核心定义、原理和应用场景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泰勒多项式初步（概念）：理解其核心定义、原理和应用场景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一元微积分基础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回顾本章核心：第1章引言, 函数与极限, 导数与微分等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一元微积分基础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