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接下来我们重点学习第5章引言、周期函数与三角函数系、傅里叶系数公式。对于每个知识点，我们不仅要理解概念定义，更要掌握其背后的原理和实际应用方法。请同学们注意做好笔记。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接下来我们重点学习周期函数傅里叶级数展开公式、傅里叶级数的收敛性、傅里叶级数的应用。对于每个知识点，我们不仅要理解概念定义，更要掌握其背后的原理和实际应用方法。请同学们注意做好笔记。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好的，以上就是第5章 傅里叶级数的全部内容。我们学习了第5章引言, 周期函数与三角函数系, 傅里叶系数公式等核心知识点。建议同学们课后整理笔记，建立自己的知识框架，并通过练习题来检验掌握程度。有任何疑问欢迎随时提问，我们下次课再见！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第5章 傅里叶级数 - 概述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第5章 傅里叶级数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第5章 傅里叶级数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第5章引言（概念）：理解其核心定义、原理和应用场景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周期函数与三角函数系（概念）：理解其核心定义、原理和应用场景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傅里叶系数公式（记忆）：理解其核心定义、原理和应用场景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傅里叶级数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知识拓展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周期函数傅里叶级数展开公式（综合）：理解其核心定义、原理和应用场景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傅里叶级数的收敛性（概念）：理解其核心定义、原理和应用场景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傅里叶级数的应用（实践）：理解其核心定义、原理和应用场景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傅里叶级数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回顾本章核心：第5章引言, 周期函数与三角函数系, 傅里叶系数公式等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完成章节练习，检验学习效果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第5章 傅里叶级数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