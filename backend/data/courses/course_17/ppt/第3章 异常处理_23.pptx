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想一下，平时写代码最怕什么？最怕程序突然崩溃，甚至连错误信息都看不懂。比如用户在控制台输入了字母，而你期望的是数字，程序直接抛出一个异常然后终止。这显然不是好的用户体验。在没有异常机制的语言中，我们只能通过函数的返回值来判断是否出错，比如返回-1表示失败，但这样每调用一个函数都要检查返回值，代码变得又臭又长。Java的异常处理巧妙地解决了这个问题：当问题发生时，我们主动抛出一个异常对象，然后在合适的地方统一捕获并处理，这样业务逻辑和错误处理就可以分开了。例如，在读取文件时，如果文件不存在，Java会自动抛出FileNotFoundException，我们只需在catch块中弹出友好的提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学习Java异常家族的族谱。最顶层的祖先叫做Throwable，这个词的意思是“可抛出的”，意味着所有异常和错误都可以被抛出。它有两个儿子：Error和Exception。Error代表的是JVM内部发生的一些严重错误，比如内存溢出、栈溢出，这些错误发生后程序基本无法恢复，所以我们一般不捕获它，写了也白写。而Exception才是我们真正需要关注的。Exception又分为两大类：受检异常和运行时异常。受检异常是编译器强制要求我们处理的一类异常，比如读写文件时的IOException，如果你不处理，代码就编译不通过。运行时异常则很调皮，像空指针、除零这些，编译器不管它，但运行时一旦发生就会导致程序终止。所以同学们写代码时要特别小心运行时异常，一定要通过逻辑检查来避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异常处理的核心技能——try-catch-finally。记住这个口诀：try放危险代码，catch抓异常，finally做收尾。执行流程是这样的：首先执行try块中的代码；如果某一行抛出了异常，立刻中断try块，然后去匹配后面的catch块，找到第一个能处理该异常类型的catch块执行；执行完catch后，再执行finally块；如果没有任何catch匹配，异常会向上传递，但finally仍然会执行。特别要注意finally块中的代码一定会执行，即使try或catch中有return语句，finally也会在return之前执行。所以通常我们把关闭连接、清理缓存等收尾工作放在finally中，确保资源被释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有几个关键的细节大家一定要牢记。第一，多个catch的顺序很重要：比如你既想捕获ArithmeticException又想捕获Exception，必须把ArithmeticException写在前面，因为它是Exception的子类。如果反过来，子类就永远没有机会被捕获，编译器会直接报错。第二，从Java 7开始，我们有了try-with-resources，比如读写文件时，你只需要在try后面加个括号声明资源，JVM会在try结束后自动调用close()，再也不用手动写finally了，非常方便。第三，很多初学者喜欢在catch块里什么都不做，或者只写个e.printStackTrace()，这在生产环境中是非常危险的，因为异常信息被隐藏了。至少要记录到日志文件中。第四，finally块中不要抛出异常，因为如果try中已经有异常，finally又抛一个，try中的异常就会被掩盖，导致问题的根源丢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我们学习的都是Java自带的异常，但实际开发中，我们经常遇到业务相关的特殊错误。比如用户注册时年龄填了-5，这时候抛ArithmeticException显然不合适，因为不是算术问题；抛IllegalArgumentException又不具体。最好的做法是自己定义一个InvalidAgeException，让错误一目了然。自定义异常很简单：只需要继承Exception（如果你希望调用者必须处理）或者继承RuntimeException（如果你希望运行时异常那样不用强制处理）。然后至少写一个带String参数的构造器，调用父类的super(message)即可。你还可以加入错误码字段，方便国际化。最后在业务逻辑中通过throw关键字抛出这个异常，上层代码就可以catch它并做出相应的处理。这样你的代码就既有业务语义，又保持了异常处理的统一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我们来回顾一下本节课的核心内容。首先我们学习了异常层次结构，记住了Throwable是所有异常的根，Error是系统级错误不要抓，Exception才是我们处理的重点，而且必须区分受检异常和运行时异常。然后我们掌握了try-catch-finally的用法和多个细节，比如catch顺序、try-with-resources、finally的陷阱等。最后我们学会了如何创建自定义异常，让我们的代码更贴近业务。现在请大家思考这个开放性问题：如果要从一个文件中读取数字，文件中可能包含非数字的内容，你会选择捕获NumberFormatException还是自定义一个FileContentException？为什么？这个问题没有标准答案，但可以帮助大家理解受检异常和运行时异常的设计思想。下节课我们将进入集合框架的学习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为什么需要异常处理？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程序运行时可能遇到用户输入错误、文件不存在、网络中断等不可预测的情况，这些错误会导致程序崩溃或数据损坏。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传统方法通过if-else判断返回值来检查错误，但会使业务逻辑与错误处理代码混杂，降低代码可读性和维护性。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Java的异常处理机制将错误检测与处理分离，通过抛出（throw）和捕获（catch）异常，让错误处理逻辑集中且清晰。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例如：读取文件时若文件不存在，抛出FileNotFoundException，我们可以单独捕获并提示用户，而不会中断整个程序。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异常层次结构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Java中所有异常类的根类是 java.lang.Throwable，它有两个直接子类：Error 和 Exception。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Error 表示程序无法处理的严重问题，如OutOfMemoryError、StackOverflowError，通常不需要捕获。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Exception 是程序可以处理的异常，分为受检异常（Checked Exception）和运行时异常（Runtime Exception）。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受检异常必须显式处理（try-catch或throws），如IOException、SQLException；运行时异常如NullPointerException、ArithmeticException则不需要强制处理。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这种层次结构让开发者能够根据异常类型采取不同策略：致命错误不处理，可恢复异常则捕获并修复。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try-catch-finally 基本语法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try 块中放置可能抛出异常的代码，一旦出现异常，try块中后续代码不再执行，立即跳转到对应的catch块。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catch 块用于捕获并处理特定类型的异常，格式为 catch(异常类型 变量名)，可以多个catch按顺序捕获不同异常。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finally 块无论是否发生异常都会执行（除非JVM退出），通常用于释放资源（如关闭文件、数据库连接）。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示例：try { int result = 10 / 0; } catch (ArithmeticException e) { System.out.println("除数不能为零"); } finally { System.out.println("清理资源"); }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try-catch-finally 细节与最佳实践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多个catch块时，子类异常应放在前面，父类异常放在后面，否则子类异常永远不会被捕获（编译会报错）。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try-with-resources语句（JDK7+）可自动关闭实现了AutoCloseable接口的资源，无需手动finally。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不建议在catch块中直接吃掉异常（只打印或空操作），应至少记录日志或重新抛出，便于问题排查。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finally块中应避免抛出异常，否则会覆盖try/catch中的异常信息，造成调试困难。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自定义异常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当Java内置异常无法准确描述业务错误时，可以创建自定义异常，例如用户年龄为负数时抛出InvalidAgeException。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自定义异常需继承Exception（受检异常）或RuntimeException（运行时异常），根据是否需要调用者强制处理来选择。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通常提供无参构造器和带错误消息的构造器，也可以添加自定义属性（如错误码）以传递更多信息。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示例：public class InvalidAgeException extends Exception { public InvalidAgeException(String message) { super(message); } }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使用自定义异常时，在业务代码中throw new InvalidAgeException("年龄不能为负数"); 然后在调用层捕获处理。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Java异常层次结构：Throwable → Error（不可处理）和 Exception（可处理），Exception分受检异常和运行时异常。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try-catch-finally是异常处理的基本结构，try放危险代码，catch捕获处理，finally保证资源释放。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自定义异常继承Exception或RuntimeException，用于精准描述业务异常。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思考题：从文件中读取数字，如果文件内容不是数字，应该如何处理？是捕获NumberFormatException还是自定义一个FileContentException？为什么？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异常处理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