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t是最常用的集合接口之一，它保证元素的插入顺序，并且允许重复元素。ArrayList底层使用动态数组，适合随机访问和遍历；LinkedList底层使用双向链表，适合频繁的插入和删除操作。在实际开发中，ArrayList使用更普遍。遍历时除了常规的for循环，还可以使用迭代器进行安全删除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在我们来看Set和Map。Set就像数学中的集合，元素不能重复。HashSet利用哈希算法实现快速查找，而TreeSet则可以对元素进行自然排序或自定义排序。Map则是一种映射关系，比如学生学号对应学生信息。HashMap是最常用实现，它允许空键和空值，但线程不安全；如果需要线程安全可以使用ConcurrentHashMa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泛型是Java5引入的重要特性，它让我们在声明集合时就指定元素类型，从而避免运行时类型转换异常。比如List&lt;String&gt;表示只能存放String的列表。Collections工具类包含了很多实用方法，例如sort可以对List排序，binarySearch进行二分查找，shuffle可以打乱顺序。注意Collections和Collection的区别：Collection是接口，Collections是工具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shMap是面试高频考点。在JDK8中，当链表长度超过8且数组长度大于64时，链表会转换为红黑树以提升查询性能。加载因子0.75是时间和空间开销的平衡点。put操作首先计算key的hash值，然后通过hash确定在数组中的位置，如果发生哈希冲突则使用链表或红黑树存储。当元素数量超过容量*加载因子时，会扩容为原来的2倍并重新哈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理论学习之后，我们进行综合练习来巩固知识。第一个练习用ArrayList管理学生成绩，实现添加、删除、修改、查询以及按成绩排序和统计平均值。第二个练习用HashSet或TreeSet去除重复单词。第三个练习用HashMap存储学号与成绩的映射，并分别遍历键、值、键值对。最后一个练习将泛型和Collections结合，实现集合的交集和并集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我们来总结一下本章核心内容。掌握List、Set、Map三种常用接口的区别和适用场景是重点。在线程安全方面，如果不需要并发，优先选择非同步集合以获取更好性能；如果需要并发，推荐使用ConcurrentHashMap而不是Hashtable。另外要注意迭代过程中不要直接调用集合的remove方法，否则会抛出ConcurrentModificationException，应该使用迭代器的remove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第4章 集合框架概述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第4章 集合框架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第4章 集合框架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List接口详解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List：有序、可重复的集合，允许元素按索引访问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常用实现类：ArrayList（底层数组，查询快）和LinkedList（底层链表，增删快）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核心方法：add、remove、get、set、indexOf、subList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遍历方式：for循环、增强for、迭代器（Iterator）、ListIterator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第4章 集合框架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Set与Map接口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Set：无序、不可重复的集合，常用于去重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HashSet：基于哈希表，存取速度快；TreeSet：基于红黑树，元素自动排序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Map：键值对存储，键不可重复，值可重复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常用Map实现：HashMap（高效无序）、TreeMap（按键排序）、LinkedHashMap（保持插入顺序）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第4章 集合框架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泛型与Collections工具类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泛型：在编译时检查类型安全，消除强制类型转换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语法：List&lt;String&gt; list = new ArrayList&lt;&gt;();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Collections工具类：提供排序、查找、替换、同步等静态方法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常用方法：sort、binarySearch、shuffle、reverse、copy、unmodifiableList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第4章 集合框架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HashMap核心实现原理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JDK 7：数组 + 链表（头插法）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JDK 8+：数组 + 链表/红黑树（尾插法，链表长度&gt;8转为红黑树）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初始容量16，加载因子0.75，扩容为原容量2倍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put流程：计算hash → 定位数组索引 → 处理冲突 → 扩容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第4章 集合框架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集合综合练习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练习1：使用List实现学生成绩管理（增删改查、排序、统计）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练习2：使用Set实现单词去重与自动排序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练习3：使用Map实现学生-成绩映射，并遍历输出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练习4：结合泛型与Collections工具类实现集合运算（交集、并集）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第4章 集合框架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本章小结与常见问题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集合框架三大接口：List（有序重复）、Set（无序唯一）、Map（键值对）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线程安全选项：Vector、Hashtable、Collections.synchronizedXXX、ConcurrentHashMap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常见问题：ConcurrentModificationException、空指针、哈希冲突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最佳实践：优先使用ArrayList和HashMap，慎用同步集合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第4章 集合框架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