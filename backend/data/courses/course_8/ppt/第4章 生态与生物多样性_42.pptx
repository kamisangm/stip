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生态系统的组成包括非生物环境和生物群落。非生物环境提供了生命所需的基本条件。生产者是能量入口，消费者以其他生物为食，分解者则负责将死亡生物分解，让物质回归环境。这四个部分缺一不可。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量在生态系统中是单向流动的，从太阳到生产者，再到各级消费者，最终以热能形式散失。物质则不同，它们可以在生物与非生物环境之间反复循环，比如碳循环、氮循环。理解这两者的区别，是生态学的重要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种群动态研究生物种群数量随时间的变化。比如，在理想环境下种群会呈指数增长，但现实中受食物、空间等限制，最终会稳定在环境容纳量附近。影响种群数量的因素还有天敌、疾病等，这些都会导致种群波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多样性不只是物种数量多，它包括三个层次：遗传多样性是物种内部基因的丰富度，物种多样性关注物种数量，生态系统多样性则指森林、湿地、草原等不同生态系统的丰富程度。三者相互关联，共同构成生命的多彩面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生物多样性对人类意义重大。我们吃的粮食、用的药物很多来自自然，森林能调节气候，湿地能净化水质。此外，还有我们尚未发现的潜在价值，以及尊重自然的内在伦理。保护生物多样性就是保护我们自己。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护生物多样性需要多管齐下。就地保护是最根本的方式，让生物在自然栖息地生存；迁地保护作为补充，对濒危物种进行人工繁育；法律和公众参与同样重要。希望每位同学都能从日常小事做起，为保护地球贡献力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今天我们学习了生态与生物多样性的基本概念。请思考：为什么说能量流动和物质循环是生态系统运转的两大引擎？你身边有哪些保护生物多样性的例子？课后可以查阅更多资料，深入理解生态系统的奥秘。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第4章 生态与生物多样性概述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第4章 生态与生物多样性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第4章 生态与生物多样性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生态系统的组成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非生物环境：阳光、水、空气、土壤、温度等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生产者：绿色植物、藻类，通过光合作用制造有机物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消费者：草食动物、肉食动物、杂食动物等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分解者：细菌、真菌，将有机物分解为无机物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生态与生物多样性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能量流与物质循环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能量单向流动，沿食物链逐级递减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大约10%的能量传递到下一营养级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物质循环：碳、氮、水等在生物与非生物之间循环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能量流动和物质循环共同维持生态系统稳定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生态与生物多样性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种群动态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种群：同一区域同种生物个体的总和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出生率、死亡率、迁入、迁出影响种群数量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环境容纳量：资源有限时种群数量趋于稳定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种群增长模型：指数增长与逻辑斯蒂增长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生态与生物多样性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生物多样性的三个层次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遗传多样性：同一物种内基因的差异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物种多样性：一个区域内不同物种的数量和丰度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生态系统多样性：不同类型生态系统的多样性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生态与生物多样性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生物多样性的价值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直接价值：食物、药物、原材料等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间接价值：调节气候、净化水源、维持土壤等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潜在价值：未来可能发现的用途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伦理价值：每种生物都有生存的权利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生态与生物多样性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生物多样性的保护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就地保护：建立自然保护区、国家公园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迁地保护：植物园、动物园、种子库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法律保护：国际公约与国内法规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公众参与：减少污染、低碳生活、支持环保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生态与生物多样性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生态系统由非生物环境、生产者、消费者、分解者组成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能量流动单向、物质循环反复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种群在环境容纳量附近动态平衡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生物多样性具有多重价值，需积极保护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生态与生物多样性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