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我们先来思考一个问题：如果我们要编写一个管理学生成绩的程序，用面向过程的方式可能会把每个学生的姓名、成绩放在单独的列表里，然后写很多函数去操作这些列表。这样不仅代码混乱，而且很难扩展。而面向对象编程允许我们创建一个“学生”类，把学生的属性和行为封装在一起，就像现实中的学生一样。这样代码更清晰，也更接近我们的思维方式。Python中，连整数都是对象，比如10这个数字就有自己的方法和属性，这体现了Python对面向对象的全面支持。接下来我们就正式进入类与对象的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可以用建筑蓝图和实际房子来比喻类与对象。类就像一张建筑蓝图，它详细说明了房子的结构、房间数量等，但蓝图本身不是房子。对象则是根据蓝图建造出来的实际房子，每个房子可以有自己独特的颜色、家具等。在Python中，用class关键字定义类，然后通过类名加括号来创建对象，这个过程叫做实例化。创建的对象可以调用类中定义的方法，并且每个对象都独立保存自己的属性值，互不干扰。下面我们来看一个具体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我们创建一个对象时，往往希望对象一开始就拥有某些初始数据，比如学生的名字和学号。构造函数__init__就是为了完成这个任务而设计的。注意它的写法：前后各有两个下划线，这是Python中特殊方法的标志。在构造函数中，第一个参数self是必需的，它指向当前对象。当我们写 s1 = Student('张三', '001') 时，Python自动将 s1 作为 self 传入构造函数。你可以在构造函数里给对象增加属性，比如 self.name = name。除了__init__，我们还可以定义其他方法，比如显示学生信息的方法，它们也可以使用self来访问属性。记住：所有实例方法的第一个参数都必须是self。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继承是面向对象编程中非常重要的一环。想象一下，我们已经有了一个‘学生’类，现在需要创建一个‘研究生’类，它除了有学生的基本信息外，还有导师和论文主题。我们当然可以完全重新写一个类，但那样会重复很多代码。更好的做法是让‘研究生’类继承自‘学生’类，这样它自动拥有学生类的所有属性和方法。在Python中，子类定义时只需在类名后加上父类名：class Graduate(Student):。如果子类需要不同的初始化方式，可以重写__init__方法，并通过super().__init__(...)调用父类的初始化，避免重复写相同的代码。这种能力让我们的程序更加模块化和可扩展。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态听起来很高深，其实很简单。它的核心意思是‘多种形态’，即同一个方法名在不同的类中有不同的实现。在Python中，由于不需要像Java那样显式声明类型，多态的实现非常自然。比如说我们有一个‘动物’父类，其中定义了‘叫’方法，然后猫类和狗类分别重写了这个方法。如果我们写一个函数，参数是任意动物对象，只要这个动物有‘叫’方法，函数里就可以直接调用animal.sound()，而具体发出什么声音，由传入的实际对象决定。这就是鸭子类型：‘如果它走路像鸭子，叫声像鸭子，那么它就是鸭子’。多态让程序更加通用和灵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中有很多以双下划线开头和结尾的特殊方法，它们赋予了对象与Python内置操作无缝衔接的能力。比如当我们打印一个对象时，print()会调用对象的__str__方法，如果你没有定义，Python会输出一个默认的类名和内存地址，这通常不直观。所以我们可以为自定义类实现__str__方法，让它返回我们想要的字符串格式。再比如，如果我们希望自定义的向量类支持加法，就可以实现__add__方法。这样，使用+运算符时，Python就会自动调用这个方法。特殊方法让我们的类更加‘Pythonic’，也就是更贴近Python语言的设计哲学。建议大家以后设计类时，根据需要实现合适的特殊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到这里我们学习了面向对象编程的核心概念。总结一下：类是用来创建对象的模板，对象是类的具体实例；构造函数帮助我们初始化对象；继承让我们高效复用和扩展代码；多态提供了灵活的方法调用机制；而特殊方法则让我们的类与Python语言本身无缝集成。请大家思考一个问题：如果我们要设计一个‘银行账户’类，应该包含哪些属性和方法？需要实现哪些特殊方法？希望大家课后动手实践，编写一个小程序来巩固今天所学。下一章我们将学习文件与异常处理，敬请期待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开启面向对象编程之旅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为什么需要面向对象？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面向对象编程（OOP）是一种通过“对象”来组织代码的编程范式，它将数据和操作数据的方法封装在一起。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与面向过程编程相比，OOP能更自然地模拟现实世界，例如用“学生”对象来管理学生的姓名、成绩等属性和学习方法。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OOP的四大核心特性是封装、继承、多态和抽象，它们共同提高了代码的复用性、可维护性和扩展性。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在Python中，一切皆对象，甚至整数、字符串也都是对象，这为我们学习OOP提供了天然的基础。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类 vs 对象：蓝图与实例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类（Class）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对象（Object）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类是创建对象的模板或蓝图，它定义了对象拥有的属性和方法。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使用class关键字定义，例如 class Student: 定义了一个学生类。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类本身不占用内存空间，只有当它被实例化为对象时才分配内存。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对象是类的具体实例，每个对象拥有独立的属性值。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通过类名加括号创建，例如 s1 = Student() 就创建了一个学生对象。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对象存储在内存中，可以调用类中定义的方法，并拥有自己的数据副本。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构造函数与属性：初始化对象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构造函数__init__是一个特殊方法，在创建对象时自动调用，用于初始化对象的属性。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构造函数的第一个参数永远是self，它代表当前正在被创建的对象实例。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可以在构造函数中定义属性，例如 self.name = name 将传入的参数赋值给实例属性。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除了构造函数，还可以在类中定义其他普通方法，这些方法通过self访问实例属性。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继承：复用与扩展代码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继承允许一个子类获得父类的所有属性和方法，实现代码复用。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定义子类时在类名后加括号并写上父类名，例如 class Graduate(Student):。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子类可以重写父类的方法（override），实现自己特有的行为。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使用super()函数可以调用父类的方法，避免重复编写初始化代码。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多态：同一接口，不同实现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多态指同一个方法在不同类中实现不同的行为，通常通过继承和方法重写来实现。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例如，动物类有‘叫’方法，猫类重写为‘喵喵’，狗类重写为‘汪汪’。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Python是动态类型语言，多态自然支持——只要对象有相同的方法名，就可以统一调用。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多态让代码更灵活，例如可以编写一个函数接收‘动物’对象，直接调用它的‘叫’方法，而不需要关心具体是哪种动物。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特殊方法：让对象更Pythonic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特殊方法是形如 __xxx__ 的双下划线方法，用于实现运算符重载和内置函数兼容。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__str__方法返回对象的字符串表示，供print()调用；__repr__返回开发者友好的表示。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__add__方法让对象支持加法运算，例如 p1 + p2 会调用 p1.__add__(p2)。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__len__方法让对象支持len()函数，例如在自定义容器类中返回元素个数。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本章回顾与思考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面向对象编程以类为蓝图、对象为实例，封装数据和操作。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构造函数__init__初始化对象属性，self代表实例本身。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继承使子类复用父类代码，super()调用父类方法。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多态让同一方法在不同类中有不同表现，Python动态类型天然支持。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" y="534924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07007" y="5458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03120" y="5394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特殊方法（如__str__、__add__）使类与Python内置语法兼容。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第4章 面向对象编程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