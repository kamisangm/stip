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材质决定了物体的颜色、光滑度、金属感等。而Shader是材质背后的计算程序，控制光线的反射、折射等效果。初学者先掌握Standard和PBR Shader就足以应对大多数场景了。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摄像机的设置直接影响玩家体验。我们可以调整视野大小、裁剪距离来优化性能。通过脚本控制摄像机的跟随、旋转，可以实现第一人称或第三人称视角的平滑切换。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当静态物体较多时，实时光照会拖慢性能。场景烘焙会预先计算光照并保存为贴图，运行时直接采样，大幅提高帧率。注意调整烘焙分辨率和阴影参数以平衡效果与性能。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为了保持流畅度，我们使用LOD让远处物体显示低面数模型，近处显示高精度模型。配合遮挡剔除，可以避免绘制被遮挡的物体。最后，学会使用Unity的性能分析工具，找到并优化最耗资源的部分。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今天我们学习了从光源到优化的一整套流程。建议大家动手搭建一个小场景，先放方向光和点光源，再给物体添加材质，最后尝试烘焙和设置LOD。实践是掌握知识的最好方式。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光照基础与光源类型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第5章 光照、渲染与场景优化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第5章 光照、渲染与场景优化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材质与Shader入门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材质是物体表面的外观属性集合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Shader决定了材质如何与光照交互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常用Shader：Standard、Unlit、PBR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第5章 光照、渲染与场景优化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摄像机控制与视角切换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主摄像机是玩家观察世界的窗口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摄像机组件：视野、近远裁剪面、背景颜色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视角切换：第一人称、第三人称、俯视角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第5章 光照、渲染与场景优化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场景烘焙与光照贴图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实时光照消耗性能，烘焙可预计算光照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光照贴图将光照信息存储为贴图文件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烘焙设置：分辨率、灯光模式、阴影距离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第5章 光照、渲染与场景优化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LOD与性能优化技巧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LOD（细节层次）：根据距离切换模型精度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遮挡剔除：隐藏不可见物体减少渲染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性能分析器：定位性能瓶颈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第5章 光照、渲染与场景优化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本章总结与实践建议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光照、材质和摄像机共同决定视觉体验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场景烘焙和LOD是优化性能的关键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小练习：搭建一个带动态和静态光的小场景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第5章 光照、渲染与场景优化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