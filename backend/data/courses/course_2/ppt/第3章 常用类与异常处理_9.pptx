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看字符串类。String是不可变的，比如你拼接字符串，底层会生成大量临时对象。而StringBuilder是可变缓冲区，推荐在循环或大量字符串操作时使用。大家可以记住一个口诀：业务逻辑少用String，性能敏感用StringBuil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接下来是包装类。基本类型不是对象，但Java集合框架只能存储对象，所以需要包装类。从Java 5开始支持自动装箱和拆箱，写代码非常方便。但要注意，包装类的==比较的是对象引用，值比较一定要用equals方法，尤其Integer在-128到127之间有缓存，容易出错。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进入异常处理。Java把异常分为两大类：受检异常和运行时异常。受检异常强制你处理，否则无法编译；运行时异常可以不做处理，但会导致程序崩溃。我们最常用的就是try-catch-finally，finally一般用于释放资源，比如关闭文件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这是异常处理的经典写法。多重catch要注意顺序，子类一定要放前面，否则父类会先把异常接住，子类就永远执行不到了。Java 7引入了try-with-resources，比如你在try后面的括号里声明流对象，它会自动调用close，代码简洁且安全。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Java提供的异常类型不能满足业务需求时，我们就要自定义异常。一般继承Exception就是受检的，继承RuntimeException就是非受检的。建议在构造函数中传递错误描述，方便追踪。异常设计要具体，比如年龄负数用IllegalAgeException，而不是笼统的Excep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来总结一下。本章三个核心点：字符串操作首选StringBuilder；包装类比较用equals；异常要区分受检与非受检，并善用自定义异常。课后请大家完成银行取款案例，加深对自定义异常的理解。有问题欢迎在讨论区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章节导览：常用类与异常处理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常用类与异常处理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常用类与异常处理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String与StringBuilder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String：不可变字符序列，每次修改都会创建新对象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StringBuilder：可变字符串，适合频繁拼接场景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常用方法：length()、charAt()、substring()、append()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性能对比：StringBuilder优于String（循环拼接时尤其明显）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常用类与异常处理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包装类与自动装箱/拆箱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包装类：Integer、Double、Boolean等，将基本类型封装为对象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自动装箱：int -&gt; Integer 由编译器自动完成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自动拆箱：Integer -&gt; int 用于算术运算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注意：包装类对象比较时建议使用equals()，避免==陷阱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常用类与异常处理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异常处理机制概述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异常体系：Throwable -&gt; Exception / Error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受检异常：必须处理（如IOException、SQLException）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运行时异常：可忽略（如NullPointerException、ArrayIndexOutOfBoundsException）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处理方式：try-catch-finally 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常用类与异常处理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try-catch-finally 与 try-with-resources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基本语法：try { 可能出错的代码 } catch(异常类型 e) { 处理 } finally { 释放资源 }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多重catch：子类异常在前，父类在后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try-with-resources：自动关闭实现了AutoCloseable的资源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示例：文件读写、网络连接场景中优势明显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常用类与异常处理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自定义异常与异常实践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自定义异常：继承Exception或RuntimeException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构造方法：通常包含无参、带消息、带原因三种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最佳实践：异常粒度要细，不要只抛出Exception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实战案例：用户输入年龄为负数时抛IllegalAgeException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常用类与异常处理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String与StringBuilder的选择策略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包装类自动装箱的常见陷阱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异常处理流程：捕获、记录、恢复或抛出新异常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课后练习：模拟银行取款，余额不足抛自定义异常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常用类与异常处理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