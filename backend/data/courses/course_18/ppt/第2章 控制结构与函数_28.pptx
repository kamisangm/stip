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接下来我们重点学习条件判断、循环、break和continue。对于每个知识点，我们不仅要理解概念定义，更要掌握其背后的原理和实际应用方法。请同学们注意做好笔记。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接下来我们重点学习函数定义与调用、参数与返回值、作用域与命名空间。对于每个知识点，我们不仅要理解概念定义，更要掌握其背后的原理和实际应用方法。请同学们注意做好笔记。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好的，以上就是第2章 控制结构与函数的全部内容。我们学习了条件判断, 循环, break和continue等核心知识点。建议同学们课后整理笔记，建立自己的知识框架，并通过练习题来检验掌握程度。有任何疑问欢迎随时提问，我们下次课再见！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第2章 控制结构与函数 - 概述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第2章 控制结构与函数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第2章 控制结构与函数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核心知识点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条件判断（概念）：理解其核心定义、原理和应用场景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循环（概念）：理解其核心定义、原理和应用场景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break和continue（技能）：理解其核心定义、原理和应用场景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控制结构与函数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知识拓展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194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函数定义与调用（概念）：理解其核心定义、原理和应用场景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参数与返回值（技能）：理解其核心定义、原理和应用场景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作用域与命名空间（概念）：理解其核心定义、原理和应用场景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控制结构与函数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回顾本章核心：条件判断, 循环, break和continue等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梳理知识体系，建立知识点之间的联系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完成章节练习，检验学习效果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思考：如何将本章知识应用到实际问题中？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第2章 控制结构与函数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