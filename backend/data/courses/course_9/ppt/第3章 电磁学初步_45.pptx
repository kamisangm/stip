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来理解电荷与电场。电荷是电磁现象的根源，注意电荷有正负之分，相互作用规律是同性相斥、异性相吸。电荷周围会形成电场，电场是一种看不见但客观存在的物质。我们用电场强度来描述电场，电场线则帮助我们直观理解电场的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库仑定律，这是描述电荷间相互作用力的基本定律。注意该定律适用于真空中的点电荷。公式中的k是一个非常重要的常数。库仑定律的形式和万有引力定律非常相似，都是平方反比定律。通过这个定律，我们可以计算两个电荷之间的静电力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学习电势和电势差的概念。电势是描述电场能量性质的物理量，它是一个标量。电势差也就是我们常说的电压，是电路中非常重要的概念。注意电场力做功只与始末位置的电势差有关，与路径无关。等势面和电场线垂直，这个性质在分析电场时很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看电流和电阻。电流是电荷的定向移动，注意我们通常规定正电荷移动方向为电流方向，但在金属导体中实际是自由电子在移动。电阻反映了导体对电流的阻碍大小，它与导体的材料、长度和横截面积有关。电阻定律可以帮助我们计算导体的电阻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欧姆定律是电路分析中最基本也是最重要的定律之一。它指出了电流、电压和电阻三者之间的定量关系。注意欧姆定律有适用条件，主要适用于金属导体和电解液。通过伏安特性曲线，我们可以直观地判断元件是否为线性元件，线性元件的电阻是常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学习简单电路的分析与计算。串联和并联是两种最基本的电路连接方式。串联电路中电流相同，并联电路中电压相同。实际电路往往是混联，我们需要先识别串并联关系，画出等效电路图，然后灵活运用欧姆定律和串并联规律进行求解。在解题时，注意要选取合适的参考点，理清电流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电磁学初步的主要内容。从电荷电场到库仑定律，从电势到电流电阻，再到欧姆定律和电路分析，这些都是电磁学的基础。请同学们课后巩固公式，并尝试用所学知识解释生活中的电磁现象。高压输电线采用粗导线是为了减小电阻，降低输电损耗。下一节课我们将学习磁场与电磁感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本章概述：电磁学初步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电荷与电场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电荷是物质的基本属性，有正负两种电荷，同种电荷相斥，异种电荷相吸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电场是电荷周围存在的一种特殊物质，对放入其中的电荷有力的作用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电场强度E：描述电场强弱和方向的物理量，单位N/C或V/m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电场线可以形象地表示电场的分布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库仑定律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库仑定律：真空中两个静止点电荷间的相互作用力与电荷量的乘积成正比，与距离的平方成反比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公式：F = k * (q1*q2) / r²，其中k为库仑常数（约9×10⁹ N·m²/C²）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作用力方向沿连线，同种电荷相斥，异种电荷相吸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库仑定律是静电学的基础，适用于点电荷模型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电势与电势差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电势：电场中某点的电势能单位电荷具有的电势能，标量，单位伏特(V)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电势差（电压）：电场中两点间的电势之差，U=VA-VB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电场力做功与电势差的关系：W=qU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等势面：电势相等的点构成的曲面，等势面与电场线垂直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电流与电阻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电流：电荷的定向移动形成电流，方向规定为正电荷移动方向，单位安培(A)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电流强度I = Q/t，表示单位时间内通过导体横截面的电荷量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电阻：导体对电流的阻碍作用，单位欧姆(Ω)，与材料、长度、横截面积有关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电阻定律：R = ρL/S，ρ为电阻率，L为长度，S为横截面积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欧姆定律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欧姆定律：导体中的电流I与导体两端电压U成正比，与电阻R成反比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公式：I = U/R（适用于金属导体和电解液，不适用于气体导体和半导体）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伏安特性曲线：U-I图像，斜率表示电阻的倒数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线性元件：伏安特性曲线为直线，电阻为定值；非线性元件：曲线不是直线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电路分析与计算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串联电路：电流处处相等，总电压等于各用电器电压之和，总电阻等于各电阻之和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并联电路：各支路电压相等，总电流等于各支路电流之和，总电阻的倒数等于各电阻倒数之和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串并联电路的识别与简化：画出等效电路图是解题关键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应用欧姆定律和串并联规律进行综合计算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本章重点：电荷与电场、库仑定律、电势与电势差、电流与电阻、欧姆定律、电路分析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核心公式：F=kq₁q₂/r²，I=U/R，R=ρL/S，串联与并联规律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思考题：为什么高压输电线要采用很粗的导线？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拓展：尝试分析一个实际电路（如手电筒电路）的工作过程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电磁学初步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