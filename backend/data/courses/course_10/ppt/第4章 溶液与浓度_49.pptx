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溶液由溶质和溶剂两部分组成。溶质可以是固体、液体或气体，而最常见的溶剂是水。我们还可以根据溶质的多少将溶液分为稀溶液和浓溶液。注意区分“浓”与“饱和”的概念，它们并不等同。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浓度是衡量溶液稀浓的定量指标。最常用的就是质量分数，它直观表示溶质在溶液中的相对含量。注意计算时溶液总质量等于溶质质量加溶剂质量，不要漏掉溶剂。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除了质量分数，我们在化学定量分析中更常用物质的量浓度，它直接关联到反应中微粒的数目。比如配制0.1 mol/L的NaCl溶液，就需要知道氯化钠的摩尔质量。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在实验室中，我们经常需要将浓溶液稀释成稀溶液，或者将不同浓度的溶液混合。核心原则是：稀释时溶质的物质的量（或质量）不变。记住c1V1 = c2V2这一公式，可以解决大部分稀释问题。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溶解度是物质溶解能力的定量标度，不同温度下溶解度不同。饱和溶液是溶解达到平衡的状态。注意，饱和溶液不一定是浓溶液，例如氢氧化钙的溶解度很小，饱和溶液实际上很稀。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溶解度曲线可以帮助我们判断如何通过改变温度来分离混合物。比如，溶解度随温度升高显著增大的物质，可以用冷却热饱和溶液的方法使其结晶析出。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今天我们学习了溶液与浓度的核心知识。请同学们课后思考：为什么冬天在积雪上撒盐可以加速融化？这和溶液的凝固点降低有关，也与浓度和溶解度的概念紧密相连。下次课我们将继续探讨溶液的依数性。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课程导入：什么是溶液？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第4章 溶液与浓度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第4章 溶液与浓度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溶液的组成与分类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溶质：被溶解的物质（如食盐、蔗糖）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溶剂：能溶解其他物质的物质（通常为水）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分类：按状态分（气、液、固溶液），按溶质含量分（稀溶液、浓溶液）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溶液与浓度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浓度表示法（一）：质量分数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质量分数（ω）：溶质质量占溶液总质量的百分比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公式：ω = (溶质质量 / 溶液质量) × 100%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示例：将10g食盐溶于90g水中，质量分数为10%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溶液与浓度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浓度表示法（二）：物质的量浓度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物质的量浓度（c）：单位体积溶液中溶质的物质的量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公式：c = n / V（单位：mol/L）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适用于化学反应中物质的量的计算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溶液与浓度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稀释与混合计算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稀释定律：稀释前后溶质的量不变（c1V1 = c2V2）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混合计算：两溶液混合后浓度由总量确定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十字交叉法快速估算混合比例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溶液与浓度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溶解度与饱和溶液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溶解度：一定温度下，100g溶剂中最多溶解的溶质质量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饱和溶液：不能再继续溶解该溶质的溶液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影响溶解度的因素：温度、压强（对气体影响显著）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溶液与浓度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溶解度曲线的应用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溶解度曲线：反映溶解度随温度变化的图像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曲线上的点：饱和溶液；曲线下方：不饱和溶液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应用：判断结晶方法（降温或蒸发）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溶液与浓度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本课小结与思考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溶液的基本组成与分类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质量分数与物质的量浓度两种表示方法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稀释混合计算的核心公式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溶解度与饱和溶液的关系及实际应用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溶液与浓度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