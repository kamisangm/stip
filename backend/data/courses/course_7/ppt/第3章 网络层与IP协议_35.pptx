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我们仔细区分转发和路由。转发是每台路由器本地执行的动作，它查看数据包的目标IP，查路由表，然后将包交给正确的出口。而路由是全局过程，路由器之间使用路由协议交换信息，动态更新路由表。路由表中的下一跳地址是关键，它告诉路由器“把这个包发给谁”。比如你发一封邮件到另一个城市，每经过一个邮局就会查一次地址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地址是网络层最重要的概念之一。一个IPv4地址像门牌号，分为网络部分和主机部分。子网掩码就是用来区分这两部分的。比如192.168.1.1/24，/24就是子网掩码255.255.255.0，表示前24位是网络号。同一网络内的主机可以直接通信，跨网络则需要路由器。记住，早期的分类编址（A/B/C类）已经逐渐被无分类编址取代，但理解它有助于掌握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网划分是解决IP地址浪费的有效手段。比如一个C类网络有254个主机地址，但一个部门只需30个，就可以借3位主机号作为子网号，得到8个子网，每个子网30个可用地址。CIDR则更进一步，彻底抛弃了A/B/C类限制，采用任意长度的前缀，比如/20表示前20位是网络号。这样做的好处是路由表可以合并多条路由为一条，让互联网核心路由器的压力大大减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表是路由器的核心。静态路由简单但维护麻烦，比如公司出口只有一条线路时可以用。动态路由协议让网络具备自愈能力。RIP基于距离向量，每30秒广播整张路由表，跳数限制15，适合小型网络。OSPF基于链路状态，路由器只广播自己的邻居信息，通过SPF算法计算最短路径，收敛快，适合大型网络。实际中OSPF更常见，RIP已逐渐被淘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来对比这两个经典协议。RIP就像是小镇里的口头传播消息，简单但慢，而且跳数限制15使得它无法用于大型网络。OSPF则更像是每个人都画一张详细地图，然后自己计算最佳路线。OSPF支持将网络划分为多个区域，减少路由更新影响范围，并且支持CIDR和VLSM。在企业网中，OSPF几乎是标配；而RIP更多出现在教材或老式网络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理论学完，我们来动手。在Cisco模拟器或真实设备上，首先进入全局配置模式。配置接口IP时别忘了用no shutdown激活端口。静态路由用ip route命令，适合测试或简单环境。启用RIP只需router rip然后宣告直连网络，但注意RIP版本2才支持CIDR。OSPF配置需要指定进程号和区域，通配符是子网掩码的反码。建议同学们课后用Packet Tracer搭建一台路由器互联两台PC，先用静态路由连通，再切换成OSPF，观察路由表变化。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网络层的核心内容。IP协议是互联网的基石，地址和子网划分是网络设计的基本功。路由协议让网络能够动态适应变化，而路由器配置实践是将理论转化为技能的重要一步。课后希望大家能动手做一个小实验：比如用三台路由器模拟一个简单OSPF区域，观察路由表如何学习到所有网络。有问题随时讨论，下一章我们将进入传输层，学习TCP和UD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网络层与IP协议——概述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网络层核心功能：路由与转发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转发：路由器根据路由表将数据包从输入接口转至输出接口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路由：通过路由协议计算并维护路由表，确定最佳路径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路由表包含：目的网络、下一跳地址、出接口、度量值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示例：数据包从主机A到主机B，需经过多个路由器的逐跳转发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IP地址与子网掩码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IPv4地址：32位，通常用点分十进制表示（如192.168.1.1）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地址结构：网络号 + 主机号，子网掩码标识网络号长度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常见地址类别：A类（8位网络）、B类（16位网络）、C类（24位网络）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子网掩码示例：255.255.255.0 表示前24位为网络号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子网划分与CIDR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子网划分：将一个大网络切分成多个小网络，提高地址利用率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划分方法：从主机号中借位作为子网号，需重新计算子网掩码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CIDR：无分类域间路由，用前缀长度代替固定类别，如192.168.0.0/20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CIDR支持路由聚合，减少路由表条目，提升效率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IP路由表与路由协议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路由表：路由器本地维护的数据库，决定数据包转发路径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静态路由：管理员手动配置，适合小规模、拓扑稳定的网络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动态路由协议：路由器自动交换信息，适应网络变化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常见动态协议：RIP（距离向量）、OSPF（链路状态）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路由协议详解：RIP与OSPF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RIP：使用UDP端口520，跳数作为度量，最大15跳，防环机制（水平分割等）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OSPF：使用IP协议号89，基于区域划分，支持VLSM，快速收敛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RIP适用场景：小型网络，简单易配置；OSPF适用场景：大型企业、ISP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比较：RIP收敛慢（分钟级），OSPF收敛快（秒级）；RIP有跳数限制，OSPF无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路由器配置实践（基于Cisco/模拟器）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基本配置：设置主机名、接口IP地址、启用接口（no shutdown）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静态路由配置：ip route 目标网络 子网掩码 下一跳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RIP配置：router rip + network 直接网络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OSPF配置：router ospf 进程号 + network 网络 通配符 area 区域号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网络层核心：路由（选择路径）与转发（逐跳传递）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IP地址与子网掩码：标记设备位置，划分网络边界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子网划分和CIDR：灵活分配地址，减少路由表规模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路由协议：RIP适合小网，OSPF适合大网，各有优劣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实践：通过路由器配置加深理解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网络层与IP协议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