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先看函数的定义与调用。定义函数时需要指定返回值类型、函数名和参数列表，如果无返回值则用void。函数体内部实现具体功能。调用时直接将实际参数传递给函数，程序会跳转到函数执行，执行完后返回结果。请同学们注意，函数必须先定义或声明，再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讲形参与实参的区别。形参是函数定义中的占位符，而实参是调用时实际传入的值。在C语言中默认采用值传递，即函数内部对形参的修改不会改变外部实参。理解这个机制对避免错误非常重要。后续我们会学到通过指针实现地址传递，从而修改外部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函数的返回值通过return语句实现。当函数执行到return时，立即结束并将结果返回给调用者。注意返回值类型与函数头声明一致，否则可能发生隐式转换或警告。对于void函数，可以不加return，也可以写return;来提前退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变量作用域是重点。局部变量定义在函数内部，只在函数执行时存在，其他函数无法访问。全局变量定义在函数外部，程序所有函数都能访问和修改，这虽然方便，但容易造成数据混乱和模块间耦合。因此编写大型程序时建议尽量少用全局变量，多用参数传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把数组作为参数时，实际传递的是数组首元素的地址，而非整个数组拷贝。这意味着函数内部可以通过该地址修改原数组元素。因此需要注意：与普通变量不同，这里形参的改变会影响实参数组。实践中经常同时传递数组和长度，以便在函数内安全遍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嵌套调用是函数组合的基本方式，main调用A，A内部又调用B。而递归是一种特殊的嵌套——函数调用自己。递归需要特别注意：必须设置明确的终止条件，否则会无限递归导致栈溢出。递归能简洁解决许多问题，但效率上可能不如循环，需要根据实际情况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我们介绍多文件编程，这是模块化的重要实践。通常将函数的声明放在头文件(.h)中，而定义放在对应的源文件(.c)中。使用#include将头文件包含到需要的地方。为了防止头文件重复包含导致编译错误，要使用#ifndef宏定义保护。这样有利于代码组织、复用和团队协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本章概述：为什么需要函数？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第5章 函数与模块化编程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第5章 函数与模块化编程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函数的定义与调用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函数定义语法：返回值类型 函数名(参数列表) { 函数体 }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函数调用：通过函数名和实参进行调用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示例：int add(int a, int b) { return a + b; }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调用：int sum = add(3, 5);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函数与模块化编程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形参、实参与参数传递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形参：函数定义时的参数，用于接收实参值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实参：函数调用时传入的具体值或变量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参数传递是单向的：实参→形参（值传递）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形参在函数内部改变不影响实参（除指针外）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函数与模块化编程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函数的返回值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return 语句：结束函数并返回一个值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返回值类型必须与函数声明一致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void 函数不需要 return 值，但可用 return; 提前结束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示例：int square(int x) { return x * x;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函数与模块化编程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局部变量与全局变量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局部变量：在函数内部定义，作用域仅限于函数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全局变量：在所有函数外部定义，整个文件可见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局部变量默认生存周期为函数调用期间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全局变量在整个程序运行期都存在，应谨慎使用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函数与模块化编程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数组作为函数参数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数组传递时退化为指针，传递的是首地址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函数定义：void printArray(int arr[], int size)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在函数内可以通过指针修改数组元素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通常需要额外传递数组长度参数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函数与模块化编程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函数的嵌套调用与递归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嵌套调用：一个函数内部调用另一个函数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递归：函数直接或间接调用自身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递归包含两个要素：递归公式与终止条件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经典案例：计算阶乘、斐波那契数列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函数与模块化编程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多文件编程与头文件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大型项目将不同功能的函数分文件存放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.c文件：存放函数定义；.h文件：存放函数声明、宏等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使用 #include 指令引入头文件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条件编译 #ifndef 防止重复包含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第5章 函数与模块化编程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