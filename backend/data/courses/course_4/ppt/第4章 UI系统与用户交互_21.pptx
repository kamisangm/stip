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介绍Canvas。在Unity中，所有UI元素都必须放在Canvas下。Text组件可以显示游戏标题、分数等文字信息；Image组件用来展示按钮背景、角色头像等；而Button组件是最常用的交互元素，它本身包含一个Image和一个Text，并且可以通过事件系统来响应玩家的点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事件系统。Unity内置的事件系统会自动处理鼠标、触摸等输入。当我们点击一个按钮时，Button组件会触发OnClick事件。你可以在Inspector面板中为OnClick添加一个或多个回调函数，这些函数可以是脚本中的任意公有方法。比如，点击开始按钮可以调用SceneManager加载主游戏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UI布局是保证界面在不同屏幕尺寸下都能正确显示的关键。Rect Transform提供了锚点和轴心系统，你可以将按钮固定在屏幕角落或居中。Canvas Scaler可以自动缩放UI以适配不同分辨率。此外，使用Horizontal Layout Group等布局组件可以快速排列多个UI元素，比如制作物品栏或菜单列表。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除了按钮，输入框也是常见的UI交互方式。Unity的Input Field组件允许玩家输入文本，你可以通过它监听输入变化事件（OnValueChanged）或输入完成事件（OnEndEdit）。结合Text组件，可以实时显示输入的内容。比如，在角色创建界面，玩家输入名字后，点击确认按钮将名字保存到游戏数据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现在我们来看一个综合案例：制作一个简易的登录界面。首先，创建一个Canvas并添加背景Image、标题Text、一个Input Field和一个Button。使用锚点让所有元素垂直居中并保持间距。然后编写一个C#脚本，在按钮的OnClick事件中读取输入框的文本，并更新一个Text组件显示'欢迎，XXX'。最后运行游戏测试效果。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今天我们学习了UI系统的基础：从Canvas和常用组件，到事件回调与布局自适应。希望大家通过动手练习来巩固这些知识。课后请尝试创建一个设置面板，包含音量滑块和音效开关。并思考如何使用Canvas Scaler让界面完美适配横竖屏切换。下一章我们将进入更高级的交互与动画。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第4章：UI系统与用户交互概述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Canvas与UI核心组件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Canvas是所有UI元素的根容器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Text组件用于显示文本内容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Image组件用于显示图片和图标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Button组件可响应点击事件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事件系统与按钮回调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事件系统负责检测用户输入并触发回调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Button组件通过OnClick事件绑定响应函数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回调函数可以是场景中任意组件的方法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示例：点击按钮切换场景或播放音效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UI布局与自适应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使用Rect Transform定位UI元素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锚点(Anchors)与轴心(Pivot)实现自适应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Canvas Scaler支持不同分辨率适配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布局组件：Horizontal/Vertical Layout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文本与输入框交互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Input Field组件用于玩家输入文本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通过Text组件实时显示输入内容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可监听OnValueChanged与OnEndEdit事件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示例：玩家输入名称并点击确认保存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综合案例：简易登录界面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搭建Canvas：背景图、标题、输入框、按钮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使用锚点确保UI在不同分辨率下居中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编写脚本：读取输入框文本，点击按钮后显示欢迎消息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测试：运行场景，输入用户名并点击登录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本章小结与实践练习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核心知识点：Canvas、UI组件、事件系统、布局自适应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实践：创建一个包含按钮和输入框的设置面板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扩展：尝试使用Toggle、Slider等更多UI组件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思考题：如何让UI在手机横竖屏切换时自动调整？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UI系统与用户交互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