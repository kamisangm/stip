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同学们好，欢迎来到第5章面向对象编程。面向对象是一种编程范式，它将数据和操作数据的方法组织成对象。本章我们将学习OOP的四大核心概念，并掌握Python中类与对象的用法。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首先来理解类与对象的关系。类就像一张建筑设计图，而对象则是根据这张图建造出的实际房子。我们可以用class关键字定义类，然后通过类名加括号来创建对象。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属性用于存储对象的状态，比如狗狗的名字和年龄；方法用于定义对象的行为，比如狗狗叫或跑。__init__方法是一个特殊方法，会在创建对象时自动调用，用于初始化属性。注意方法中的第一个参数必须是self，它指向当前实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装是OOP的核心特性之一，它隐藏对象的内部细节，只暴露必要的接口。Python通过命名约定实现访问控制：单下划线表示保护成员，双下划线触发名称修饰，变为_ClassName__name。推荐使用@property装饰器来创建属性访问方法，使代码更简洁优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继承允许我们基于已有类创建新类，从而实现代码复用。子类可以继承父类的所有属性和方法，也可以重写或扩展它们。Python支持多重继承，但使用时需要注意方法解析顺序（MRO）。super()函数是调用父类方法的推荐方式，尤其在多重继承中能避免重复调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态意味着同样的接口可以被不同的对象以不同的方式实现。在Python中，多态主要通过鸭子类型实现——不关心对象的具体类型，只关心它是否具有所期望的方法。多态使得代码更加灵活，新类可以轻松融入现有框架而无需修改原有代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特殊方法让自定义类能够与Python的内置函数和运算符无缝配合。例如，实现__str__后，print(obj)会输出友好信息；实现__len__后，len(obj)就能工作。通过运算符重载，我们可以让对象支持+、-、==等运算，使代码更自然、更Pythoni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我们系统学习了Python面向对象编程的核心概念。通过类与对象、封装、继承、多态和特殊方法，我们可以构建出结构清晰、易于扩展的代码。请大家课后完成银行账户系统的练习，尝试使用面向对象的思想来设计和管理账户的存款、取款和余额查询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56DB"/>
                </a:solidFill>
              </a:rPr>
              <a:t>本章导览：面向对象编程概述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什么是面向对象编程（OOP）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OOP的四大核心概念：封装、继承、多态、抽象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为什么使用OOP：代码复用、模块化、易于维护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Python中的一切皆对象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56DB"/>
                </a:solidFill>
              </a:rPr>
              <a:t>类与对象：从蓝图到实例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类（Class）：对象的模板和蓝图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对象（Object）：类的具体实例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定义类：使用 class 关键字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创建对象：类名加括号实例化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示例：class Dog: pass  →  my_dog = Dog()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56DB"/>
                </a:solidFill>
              </a:rPr>
              <a:t>属性与方法：描述状态与行为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属性（Attribute）：对象的状态数据，如 name, age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方法（Method）：对象的行为函数，如 bark(), run()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实例属性和类属性的区别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self 参数：代表当前实例本身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示例：通过 __init__ 初始化属性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56DB"/>
                </a:solidFill>
              </a:rPr>
              <a:t>封装与访问控制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封装：将数据和操作数据的方法打包在类内部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保护属性：单下划线 _name（约定为保护成员）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私有属性：双下划线 __name（名字修饰机制）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通过getter和setter方法安全访问私有属性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property装饰器：更Pythonic的封装方式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56DB"/>
                </a:solidFill>
              </a:rPr>
              <a:t>继承：代码复用的基石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继承机制：子类自动拥有父类的属性和方法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单继承与多继承（Python支持多重继承）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方法重写（Override）：子类可以覆盖父类方法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super() 函数：调用父类的方法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示例：class Cat(Animal): 继承Animal类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56DB"/>
                </a:solidFill>
              </a:rPr>
              <a:t>多态：同一接口，不同实现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多态：不同对象对同一方法的不同响应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鸭子类型（Duck Typing）：'如果它走起来像鸭子...'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方法重写是多态的基础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多态的优点：提高程序的灵活性和扩展性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示例：不同动物类都有 speak() 方法，但行为不同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56DB"/>
                </a:solidFill>
              </a:rPr>
              <a:t>特殊方法：让对象更Pythonic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特殊方法（魔术方法）：以双下划线开头和结尾，如 __init__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__str__ 和 __repr__：控制对象的字符串表示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__len__、__getitem__：实现类似列表的行为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__call__：让对象可调用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__add__、__eq__等：运算符重载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A56DB"/>
                </a:solidFill>
              </a:rPr>
              <a:t>本章小结与综合示例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类与对象：定义模板，创建实例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属性与方法：描述状态和行为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封装：隐藏细节，提供接口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继承：复用父类代码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多态：接口统一，行为多样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特殊方法：与Python生态深度融合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综合示例：设计一个简单的银行账户系统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