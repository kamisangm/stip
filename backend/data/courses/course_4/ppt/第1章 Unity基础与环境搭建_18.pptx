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y编辑器是游戏开发的主战场。Scene视图用于编辑场景，Game视图预览游戏运行效果。Hierarchy显示所有游戏对象，Project管理项目资源，Inspector显示选中对象的属性。熟练使用这些窗口和快捷键将极大提高工作效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每个Unity项目由多个场景组成，场景可以理解为游戏的一个关卡或界面。创建项目时需选择合适的模板，比如2D或3D。场景管理包括保存、加载和切换，在Build Settings中需要将使用的场景加入列表，否则无法在Build后的游戏中加载。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Unity采用面向组件的设计理念。一个空的游戏对象本身没有功能，但通过添加组件可以赋予它视觉、物理、音效等能力。比如，添加Mesh Filter和Mesh Renderer可以让它显示3D模型，添加Collider让它具有碰撞检测。Transform是每个对象必有的组件，控制位置、旋转和缩放。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orm是游戏开发中最常用的组件之一。它决定了对象在空间中的位置、旋转角度和缩放比例。理解世界坐标系（全局）和局部坐标系（相对于父对象）的区别非常重要。通过建立父子关系，可以方便地实现跟随、层级运动等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资源是游戏开发的原材料。Unity支持导入多种格式的模型、图片、音效等。推荐合理组织Assets文件夹，例如按类别创建Models、Textures、Scripts等子文件夹。Asset Store是获取外部资源的重要渠道，可以直接下载并导入到项目中。预制体（Prefab）是资源管理的核心，可重复使用的游戏对象模板。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本章涵盖了Unity开发的基础框架。建议同学们亲自动手操作：创建项目、搭建简单场景、调整对象变换、添加组件并观察效果。通过实践巩固知识，为后续学习脚本编程和游戏逻辑打下良好基础。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课程概述与学习目标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第1章 Unity基础与环境搭建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第1章 Unity基础与环境搭建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Unity编辑器界面与操作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界面布局：Scene视图、Game视图、Hierarchy、Project、Inspector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Scene视图导航：鼠标滚轮缩放、右键旋转、Q/W/E/R/T快捷键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常用工具栏：平移、旋转、缩放、Rect工具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布局切换与自定义窗口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Unity基础与环境搭建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项目创建与场景管理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创建新项目：模板选择、项目名称与存储路径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场景概念：场景是游戏世界的容器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场景操作：新建、保存、加载、关闭场景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场景切换与Build Settings中的场景列表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Unity基础与环境搭建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游戏对象与组件系统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游戏对象（GameObject）是场景中的一切实体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组件（Component）为对象添加功能和行为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常见组件：Transform、Mesh Renderer、Collider、Rigidbody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通过Inspector添加、删除和修改组件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Unity基础与环境搭建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Transform与坐标系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Transform组件：Position、Rotation、Scale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世界坐标系 vs 局部坐标系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父子关系：子对象继承父对象的变换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坐标变换常用API：Translate、Rotate、LookAt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Unity基础与环境搭建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资源导入与管理（Asset Store）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资源类型：模型、纹理、音频、动画、脚本、预制体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导入资源：直接拖拽或通过Assets菜单导入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Asset Store：在线资源商店，获取免费/付费资源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资源管理最佳实践：文件夹分类、命名规范、预制体复用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Unity基础与环境搭建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本章小结与动手实践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回顾核心知识点：界面、项目、场景、对象、组件、坐标系、资源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练习：创建一个新的3D项目，添加一个Cube和Sphere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为Cube添加Rigidbody组件，观察物理效果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从Asset Store下载一个免费模型并导入场景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Unity基础与环境搭建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