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位移描述物体从起点到终点的直线距离和方向，不同于路程。时间则是运动持续的长短。在x-t图中，曲线的斜率直接反映了速度的大小和方向，这是运动学分析的基础工具。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速度是矢量，不仅描述物体运动快慢还指示运动方向，而速率只关注快慢。瞬时速度是某一时刻的速度，常用极限思想理解，日常生活中我们常说'车速'实际上是指速率。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加速度是衡量速度变化快慢的物理量。当加速度方向与速度方向相同时，物体加速；相反时则减速。注意，速度为零时加速度不一定为零，例如物体在最高点时。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牛顿第一定律告诉我们力不是维持运动的原因，而是改变运动状态的原因。惯性是物体的固有属性，一切物体都有惯性。汽车急刹车时人前倾就是惯性的表现，质量越大惯性越大。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牛顿第二定律定量描述了力、质量和加速度之间的关系。通过F=ma，我们既可以由力推知加速度，也可以由加速度反推合力。注意，公式中的F是物体所受的合外力。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在实际问题中，物体往往受多个力作用。力的合成与分解是处理多力问题的基本方法，平行四边形法则和正交分解法是常用工具。例如，斜面上物体重力可分解为下滑力和正压力。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今天我们一起学习了力学基础的核心概念和牛顿两大定律。希望大家能够深刻理解这些物理量的矢量特性，并能够运用力的合成与分解解决实际问题。课后请尝试用牛顿第二定律分析身边物体的运动。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第1章 力学基础 – 课程导入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第1章 力学基础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第1章 力学基础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位移与时间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位移：物体位置的变化，是矢量，有大小和方向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时间：运动过程经历的间隔，标量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位移-时间图像（x-t图）：斜率表示速度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力学基础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速度与速率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速度：位移与时间的比值，矢量，有方向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速率：路程与时间的比值，标量，无方向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平均速度与瞬时速度的区别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力学基础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加速度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加速度：速度变化量与所用时间的比值，矢量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公式：a = Δv/Δt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加速度方向与速度变化量方向一致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力学基础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牛顿第一定律（惯性定律）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一切物体在不受外力作用时，总保持静止或匀速直线运动状态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惯性：物体保持原有运动状态的性质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质量是惯性大小的量度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力学基础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牛顿第二定律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物体加速度与所受合外力成正比，与质量成反比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公式：F = ma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力的单位：牛顿（N），1N=1kg·m/s²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力学基础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力的合成与分解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力的合成：多个力等效为一个合力，遵循平行四边形法则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力的分解：一个力按效果分解为多个分力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正交分解法：将力分解到相互垂直的方向上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力学基础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本章小结与思考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回顾：位移、速度、加速度的概念与关系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牛顿第一定律揭示了惯性本质，第二定律给出了定量关系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力的合成与分解是解决力学问题的关键技能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力学基础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