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掌握基本操作是实验成功的关键。取用固体时用专用工具，量取液体时视线与凹液面最低处平齐，加热时根据温度需求选择合适方式，仪器清洗后需干燥存放。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分离提纯是化学实验的核心技术。过滤时需注意滤纸紧贴漏斗、液面低于滤纸边缘；蒸发时要用玻璃棒搅拌防止飞溅；蒸馏时温度计水银球位于支管口；萃取要充分振荡并静置分层。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滴定是定量分析的重要方法。操作前务必检查滴定管是否漏液，并用待装液润洗；滴定开始时速度可稍快，接近终点时逐滴加入；记录数据时须估读至小数点后两位，确保精密度。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酸碱指示剂和pH测定帮助我们判断溶液的酸碱性。酚酞在碱性条件下变红，甲基橙在酸性条件下变红；pH试纸不能浸入溶液，应用玻璃棒点样；pH计在使用前必须用标准缓冲液校准。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通过测定食醋中醋酸含量，将本单元知识整合应用。注意食醋需适当稀释以减少颜色干扰；滴定至无色变浅红色持续半分钟为终点；分析误差时考虑操作细节，如滴定管中存在气泡会导致结果偏高。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实验室安全规范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基本实验操作技能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固体试剂的取用：药匙或镊子，避免交叉污染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液体试剂的量取：量筒、移液管、滴管的使用要点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加热操作：酒精灯、水浴、沙浴的选择与安全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玻璃仪器的洗涤与干燥：蒸馏水冲洗，烘箱或晾干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物质的分离与提纯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过滤：分离固体与液体，注意一贴二低三靠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蒸发结晶：适用于溶解度随温度变化不大的物质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蒸馏：利用沸点差异分离互溶液体混合物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萃取与分液：用溶剂将溶质从一种相转移到另一相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滴定实验原理与操作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滴定管的使用：检漏、润洗、排气泡、读数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锥形瓶中待测液与指示剂的准备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滴定过程：控制速度，颜色变化半分钟内不褪即终点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平行滴定2-3次，取平均值计算浓度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酸碱指示剂与pH测定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常用指示剂：酚酞（8.2-10.0无色-红）、甲基橙（3.1-4.4红-黄）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pH试纸：用玻璃棒蘸取溶液，与标准比色卡对比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pH计：使用前需校准，电极清洗后浸入待测液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指示剂选择：滴定终点与变色范围一致或部分重叠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综合案例：食醋中醋酸含量的测定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实验目的：定量检测食醋中醋酸的浓度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实验步骤：稀释食醋→用NaOH标准液滴定→酚酞指示剂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数据记录与处理：记录初读数和终读数，计算浓度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误差分析：指示剂用量、气泡、读数时机的影响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化学实验基础与实践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