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首先学习File类，它是对文件和目录的抽象，不涉及文件内容。实际读写数据需要IO流，字节流是最基础的流，适合处理二进制文件如图片、音频。通过FileInputStream和FileOutputStream可以轻松实现文件的字节级复制。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处理文本文件时，字符流更加方便，可以直接读写字符而无需关心编码转换。缓冲流通过内部缓冲区减少物理读写次数，显著提升性能。例如使用BufferedReader的readLine方法可以一次读取一行文本。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多线程允许程序同时执行多个任务。创建线程主要有两种方式：继承Thread类并重写run方法，或实现Runnable接口传入Thread。线程的生命周期包括五个状态，我们需要理解状态转换的触发条件。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当多个线程操作共享资源时，必须进行同步以避免数据混乱。synchronized可以锁住对象或方法，保证同一时刻只有一个线程执行临界区。线程通信通过Object类的wait和notify方法实现线程间的协作。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综合案例将IO流与多线程知识融合，例如设计一个多线程文件下载器。主线程将下载任务分发给线程池，每个线程使用缓冲流从网络或本地读取数据并写入目标文件。这不仅巩固了所学，也为实际开发积累了经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最后我们来总结本章的核心知识，并提醒同学们注意流操作后的关闭顺序以及线程死锁问题。课后练习要求大家动手实现一个带多线程的文本统计程序，希望同学们认真完成。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第5章 IO流与多线程 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第5章 IO流与多线程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第5章 IO流与多线程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File类与字节流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File类：代表文件和目录路径名，用于创建、删除、重命名等操作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字节流：以字节为单位读写数据，适用于所有类型文件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InputStream/OutputStream：字节输入/输出流的抽象基类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常用类：FileInputStream、FileOutputStream 实现文件读写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IO流与多线程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字符流与缓冲流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字符流：以字符为单位读写，适合文本文件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Reader/Writer：字符输入/输出流的抽象基类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缓冲流：BufferedReader/BufferedWriter 提供行读写与高效缓冲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实战技巧：使用缓冲流包装基础流，提升性能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IO流与多线程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线程的创建与生命周期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线程：程序中的独立执行路径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创建方式：继承Thread类 或 实现Runnable接口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生命周期：新建、就绪、运行、阻塞、死亡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常用方法：start()启动线程，sleep()休眠，join()等待线程结束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IO流与多线程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线程同步与通信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线程安全问题：多个线程同时访问共享数据导致数据不一致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同步机制：synchronized关键字实现互斥访问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常用方式：同步代码块、同步方法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线程通信：wait()、notify()、notifyAll() 实现等待与唤醒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IO流与多线程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IO与多线程综合案例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案例场景：多线程并发下载文件到本地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核心技术：线程池管理线程 + 缓冲流读写文件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实现思路：每个线程负责下载一个文件片段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扩展思考：结合生产者-消费者模式处理数据流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IO流与多线程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本章总结与课后练习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重点回顾：File类操作、字节/字符流、缓冲流、线程创建与同步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易错点：流关闭顺序、线程死锁的预防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课后练习：实现一个文本文件统计工具（含多线程）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推荐实践：改写单线程拷贝程序为多线程版本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IO流与多线程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