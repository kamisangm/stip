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指针即地址的“指针”。用 &amp; 取出变量地址赋给指针，用 * 解引用获取指针指向的值。注意指针必须与所指向变量的类型匹配。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指针算术不是简单的整数加减，而是根据指向的数据类型大小进行偏移。例如 int 占4字节，p++ 地址增加4。这在数组遍历中非常高效。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数组名本质上就是指针常量。我们可以用指针偏移的方式访问数组元素，这比下标法更底层、更灵活。理解指针与数组的关系是C语言进阶的关键。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指针作为参数可以实现函数对实参的修改，这是C语言实现“引用传递”的主要方式。同时，在函数间传递大量数据（如数组）时，传递指针比拷贝整个数组更高效。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静态数组大小固定，动态内存分配则灵活得多。使用 malloc 分配堆内存，用 free 归还系统。务必注意：每个 malloc 对应一个 free，避免内存泄漏。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开始综合项目。首先通过动态内存分配创建成绩数组，人数由用户输入决定。这种灵活性正是动态内存的优势。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完善系统，将打印、查找最大最小值封装为函数，体会指针传参的好处。最后一定要释放动态内存，养成良好习惯。整个系统将本章核心知识点串联起来。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本章概述：指针与动态内存管理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指针的概念与定义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指针是存储内存地址的变量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定义：类型名 *指针变量名;  如 int *p;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&amp; 取地址运算符：获取变量的内存地址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* 间接引用运算符：通过指针访问目标变量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初始化：int a=10; int *p=&amp;a;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指针的算术运算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指针支持 ++、--、+、- 等算术操作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指针加1：指向下一个同类型元素（地址增加 sizeof(类型)）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两个指针相减：得到间隔的元素个数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常用于遍历数组元素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注意：不能对 void* 指针做算术运算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指针与数组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数组名是首元素地址常量（不可修改）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通过指针遍历数组：int arr[5]; int *p=arr;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*(p+i) 等价于 arr[i]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指针与下标法可以互换使用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二维数组与指针：行指针与列指针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指针与函数（指针作为参数）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传值调用：函数内修改形参不影响实参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传址调用：将实参地址传给指针形参，可修改实参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定义：void swap(int *a, int *b) 交换两数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调用：swap(&amp;x, &amp;y);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数组作为函数参数退化为指针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动态内存分配：malloc 与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运行时按需分配内存——动态存储期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malloc(size) 分配 size 字节，返回 void*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需要强制类型转换：int *p = (int*)malloc(n*sizeof(int));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使用完毕必须 free(p) 释放内存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free后指针置为 NULL 防止野指针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综合项目：学生成绩管理系统（一）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需求：动态创建学生数组，录入 n 个学生成绩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步骤1：输入学生人数 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步骤2：malloc 分配 n 个 float 的空间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步骤3：循环输入成绩，存入动态数组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步骤4：计算平均分、最高分、最低分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综合项目：学生成绩管理系统（二）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步骤5：编写函数 printScores(float *scores, int n) 打印成绩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步骤6：编写函数 findMaxMin 使用指针作为参数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步骤7：输出统计结果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步骤8：free(scores) 释放内存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总结：指针+动态内存让程序更灵活高效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指针与动态内存管理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