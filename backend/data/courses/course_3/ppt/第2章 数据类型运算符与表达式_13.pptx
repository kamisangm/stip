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C语言提供了多种基本数据类型。int用来存整数，float和double用来存小数，double精度更高。char用来存单个字符，注意用单引号括起来。这些类型决定了数据在内存中的大小和表示范围。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变量就像存放数据的盒子，我们需要先告诉编译器这个盒子要装什么类型的数据，再往里放值。声明就是创建盒子，赋值就是放数据。变量名要起得有意义，并且遵循命名规则。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常量是固定的值，不能被修改。C语言支持直接写数值或字符常量，也可以用#define定义一个符号常量，这样当常量需要改变时只改一处即可。建议在程序中使用符号常量代替魔术数字。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算术运算符包括加、减、乘、除和取余。其中除法要注意整数相除会截断小数部分，比如5/2结果是2。取余%只能用于整数。编写表达式时要留意优先级，必要时加括号保证想要的顺序。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关系运算符用于比较大小或是否相等，得到的结果是整数1或0。逻辑运算符&amp;&amp;和||可以组合多个条件，注意它们的短路特性，这在编程中很有用。!是取反操作。这些运算符主要用于控制流程的判断。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当不同类型的数据混合运算时，编译器会自动做隐式转换，将较小类型提升为较大类型。我们也可以手动用圆括号加类型名进行强制转换，但要小心可能会丢失信息，比如浮点型转整型会舍弃小数部分。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程序需要与用户交互，printf将数据显示在屏幕，scanf读取键盘输入。使用格式占位符指定数据类型，记住scanf要加&amp;取变量地址。举例：输入整数用%d，输入浮点数用%f。多加练习就能熟练掌握。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本章概述：数据类型、运算符与表达式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基本数据类型：int、float、char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int：整型，用于存储整数，如 10、-5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float：单精度浮点型，用于存储带小数点的数，如 3.14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double：双精度浮点型，精度比 float 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char：字符型，用于存储单个字符，如 'A'、'#'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每种类型占用不同字节数，取值范围不同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变量声明与赋值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变量：代表内存中的存储单元，必须先声明后使用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声明格式：类型 变量名;  例如 int age;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赋值：使用 = 将值存入变量，例如 age = 18;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声明同时赋值：int age = 18;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变量名规则：字母、数字、下划线，不能以数字开头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常量与符号常量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常量：程序运行中不可改变的值，如 100、3.14、'A'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直接常量：直接写在代码中的字面值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符号常量：用 #define 定义的名字代表常量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例如：#define PI 3.14159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使用符号常量的优点：便于修改、提高可读性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算术运算符与表达式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基本算术运算符：+  -  *  /  %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% 是取余运算，只能用于整数，如 7 % 3 结果为 1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表达式：由运算符和操作数组成，如 a + b * 2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运算符优先级：* / % 高于 + -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使用括号 () 可以改变运算顺序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关系运算符与逻辑运算符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关系运算符：&gt; &lt; &gt;= &lt;= == !=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关系表达式结果：真为1，假为0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逻辑运算符：&amp;&amp;（与）、||（或）、!（非）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逻辑运算用于组合多个条件，如 (a&gt;0) &amp;&amp; (a&lt;100)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短路特性：&amp;&amp;前为假不计算后；||前为真不计算后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类型转换：隐式与显式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隐式类型转换：编译器自动进行，如 int + float 转成 float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转换规则：向取值范围更大的类型转换（提升）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显式类型转换（强制转换）：(类型)表达式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例如：(float) a / b 将 a 转为 float 再运算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注意：强制转换可能导致数据精度丢失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输入输出基础：printf 与 scanf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printf：格式化输出，如 printf("a=%d", a);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scanf：格式化输入，如 scanf("%d", &amp;a);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格式占位符：%d 整数, %f 浮点数, %c 字符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scanf 需要变量的地址，用 &amp; 取地址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注意：输入时格式要与占位符匹配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数据类型、运算符与表达式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