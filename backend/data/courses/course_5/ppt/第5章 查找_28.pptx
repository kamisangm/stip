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种最基础的查找方法：顺序查找简单但慢，适合小数据或无序情况；折半查找效率高但要求数据有序。注意顺序查找中哨兵技巧可以简化代码，折半查找的ASL分析要结合判定二叉树理解。实际应用中，如果数据变化频繁，折半查找的排序成本可能不划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哈希表是查找效率最高的结构之一，理论上可以达到O(1)时间复杂度。核心是哈希函数的设计，除留余数法最常用，其中p一般取不大于表长的质数。但完美哈希函数很难实现，必然会出现不同关键字映射到同一位置的情况——这就是冲突，也是下张幻灯片要解决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决哈希冲突有三大类策略：开放定址法在表内找空位，线性探查简单但容易产生聚集现象；拉链法将冲突元素用链表存储，虽然额外空间但扩容灵活；再哈希法使用多个哈希函数。实际应用中，拉链法最常见，因为Java的HashMap就是采用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数据量巨大无法全部放入内存时，B树和B+树就登场了。它们是多路平衡树，每个节点可包含多个关键字，大幅降低树高，减少磁盘IO次数。B+树是B树的改进，所有实际数据都存在叶子节点，内节点只做路由，且叶子节点用链表连接，非常适合数据库的范围查找和全表扫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顾本章四种主要查找技术：顺序查找最简单，适用于任何情况但效率低；折半查找对有序表效率高；哈希查找理论上最快但设计难度大；B树系列则是大数据和数据库场景的王者。实际选型时，要根据数据规模、是否有序、是否动态、存储位置等综合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查找的基本概念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第5章 查找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第5章 查找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顺序查找与折半查找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顺序查找：逐个扫描，时间复杂度O(n)，适用于无序表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顺序查找优化：设置哨兵减少边界判断，ASL成功≈(n+1)/2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折半查找：仅适用于有序表，每次折半，时间复杂度O(log n)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折半查找ASL成功≈log₂(n+1)-1，可用判定二叉树分析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查找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哈希表与哈希函数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哈希表：通过哈希函数直接计算元素存储位置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哈希函数设计目标：计算简单、散列均匀、冲突少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常见哈希函数：除留余数法（H(key)=key mod p）、直接定址法、平方取中法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哈希表性能：理想O(1)，但依赖哈希函数和冲突解决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查找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解决哈希冲突的方法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开放定址法：线性探查（易聚集）、二次探查、双散列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拉链法：每个槽位维护一个链表，冲突元素链在一起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再哈希法：冲突时换一个哈希函数重新计算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性能对比：开放定址法空间利用率高，拉链法动态扩容方便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查找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B树与B+树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B树：多路平衡查找树，常用于磁盘/数据库索引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B树性质：每节点包含多个关键字和子树指针，所有叶子节点在同一层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B+树：B树的变体，所有数据保存在叶子节点，内节点只存索引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B+树优势：叶子节点形成有序链表，支持范围查询和顺序遍历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查找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本章小结：查找技术对比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顺序查找：通用但最慢，适合小数据或无序场景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折半查找：速度快但要求有序，适合静态数据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哈希查找：平均O(1)，但需要好的冲突解决策略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B树/B+树：层次低、磁盘友好，适合大数据量外存查找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查找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