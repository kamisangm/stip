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同学们好，今天我们进入第三章，学习函数与模块化编程。这是Python编程中非常重要的概念，它能帮助我们写出更清晰、可复用的代码。首先我们快速浏览一下本章将要覆盖的主要内容。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函数是一段代码的封装。我们先看如何定义一个函数。使用 def 关键字，后面跟函数名和小括号，小括号内可以写参数。函数体必须缩进。调用时直接写函数名并传入实际的值即可。记住，函数要先定义后调用。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参数是函数与外部交互的桥梁。位置参数按顺序传递，默认参数可以给参数设定默认值，关键字参数通过参数名指定。*args 可以接收任意数量的位置参数，**kwargs 可以接收任意数量的关键字参数。函数通过 return 语句返回值，如果没有 return，则默认返回 None。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作用域决定了变量的可见范围。在函数内部定义的变量是局部变量，只在函数内有效。全局变量在函数外部定义，可以在函数内读取，但修改需要使用 global 关键字声明。命名空间是存放变量名和对应对象的地方，Python 通过 LEGB 规则（局部、闭包、全局、内置）查找变量。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模块化是 Python 组织代码的重要方式。一个简单的 .py 文件就是一个模块，你可以导入并使用其中的函数。包则是一个包含多个模块的目录，目录下通常有一个 __init__.py 文件。通过模块和包，我们可以把不同功能的代码分开管理，提高复用性和可维护性。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Python 提供了丰富的内置函数和标准库，帮我们节省时间。比如 print 用于输出，len 用于获取长度。标准库中的 math 模块提供数学运算，random 用于生成随机数，datetime 处理日期和时间。学会查阅官方文档和使用 help() 函数是提升编程能力的关键。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今天我们学习了函数和模块化编程的要点，这些都是写出高质量 Python 代码的基础。课后请大家完成一个小练习：定义一个函数实现简单计算器功能（加、减、乘、除），并将该函数放入一个独立的模块中，然后在主程序中调用。希望大家多动手练习，巩固所学内容。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本章概览：函数与模块化编程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函数：一段可重复使用的代码块，用于完成特定任务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模块化编程：将程序拆分为独立、可维护的模块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核心知识点：函数的定义与调用、参数与返回值、作用域、模块与包、标准库入门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函数的定义与调用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使用 def 关键字定义函数：def 函数名(参数):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函数体缩进，可包含 return 语句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调用方式：函数名(实际参数)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示例：def greet(name): return f"你好, {name}"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参数与返回值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位置参数、默认参数、关键字参数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可变参数：*args（元组）和 **kwargs（字典）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返回值：用 return 返回结果，可返回多个值（本质是元组）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无返回值时函数返回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作用域与命名空间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全局作用域与局部作用域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函数内部定义的变量为局部变量，外部不可直接访问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global 关键字：在函数内修改全局变量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命名空间：变量名到对象的映射，避免命名冲突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模块与包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模块：一个 .py 文件，包含函数、类、变量等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导入模块：import 模块名、from 模块名 import 对象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包：包含多个模块的文件夹，需有 __init__.py 文件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示例：import math，from collections import defaultdict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内置函数与标准库入门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内置函数：如 print(), len(), type(), max(), sorted() 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标准库：Python 自带的大量实用模块，无需额外安装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常用标准库举例：math, random, datetime, os, sys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如何查阅文档：help() 函数或官方文档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本章小结与练习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掌握函数定义与调用的基本语法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理解参数传递、返回值、作用域等核心概念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学会使用模块和包组织代码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熟悉常用内置函数和标准库模块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练习：编写一个计算器函数，并用模块组织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