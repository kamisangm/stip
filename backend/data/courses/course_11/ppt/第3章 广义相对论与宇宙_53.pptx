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效原理是广义相对论的基石。爱因斯坦曾思考：如果一个人自由落体，他会感觉不到自己的重量。这意味着在局域范围内，引力场和加速参考系是完全等价的。比如，在封闭电梯中，你无法区分是地球引力还是电梯向上加速。这一思想打破了引力特殊性的认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等效原理可以推出几个重要结论。首先，如果加速能让光线弯曲，那么引力肯定也能弯曲光线。其次，加速度会影响时钟快慢，因此引力也会造成时间膨胀——这就是引力时间膨胀。最重要的是，这些效应暗示引力并非一种普通的力，而是时空几何的一种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爱因斯坦场方程定量描述了物质如何弯曲时空，正如他所说：物质告诉时空如何弯曲，时空告诉物质如何运动。想象一张拉紧的橡胶膜，放上一个重球，膜就会凹陷。行星绕太阳运动，并不是因为太阳的吸引力，而是因为太阳的弯曲时空迫使行星沿测地线运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广义相对论中，引力完全被几何化。这意味着时空本身的几何结构决定了物体如何运动。例如，接近大质量天体时，原本的欧几里得几何会被破坏：一个很大的三角形的内角和可能不等于180度。这不仅是数学游戏，更是宇宙的真实面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广义相对论的第一个重大验证是光线偏折。1919年的日全食期间，爱丁顿团队观测到星光的偏折角度与爱因斯坦的预言完全吻合，使爱因斯坦一夜成名。此外，引力红移是指光线从强引力区往外传播时频率降低，这一效应已在太阳光谱以及地面实验中得到了证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质量足够大、密度足够高时，时空弯曲会达到一个临界点，形成黑洞。在事件视界内部，引力强到任何信息都无法逃逸。此外，当大质量天体（如双黑洞）加速运动时，会激起时空的涟漪——引力波。2015年，LIGO探测器首次直接观测到了两个黑洞合并产生的引力波，开启了引力波天文学的新时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走过了从等效原理到黑洞、引力波的旅程。广义相对论不仅解释了水星近日点进动等疑难，更预言了黑洞、引力波和宇宙膨胀。它深刻地改变了人类对时间、空间和引力的理解。下一讲我们将讨论广义相对论在宇宙学中的应用，探索膨胀宇宙和暗能量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章节概览：第3章 广义相对论与宇宙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等效原理：引力的基本思想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爱因斯坦的灵感：自由下落时感受不到引力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惯性质量与引力质量不可区分——实验证明两者等价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局域惯性系中，引力效应可以被加速效应抵消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等效原理的推论：引力与加速度等价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光线在加速参考系中会弯曲——引力必然弯曲光线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引力会影响时间流逝：高处时钟比低处时钟稍快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引力的影响可以等效为时空几何的改变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时空弯曲：物质告诉时空如何弯曲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有质量的物体使周围时空发生弯曲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时空曲率由质量-能量分布决定（爱因斯坦场方程）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物体沿弯曲时空中的最短路径——测地线运动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引力与几何的关系：弯曲时空中的物理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引力 = 时空几何，不再是一种传统力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在弯曲时空中，欧几里得几何不再成立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三角形内角和可以大于或小于180度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平行线可以相交或分离——取决于时空曲率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光线偏折与引力红移：广义相对论的验证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光线经过大质量天体附近会发生偏折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1919年爱丁顿日食实验证实了光线弯曲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引力红移：光在逃离强引力场时波长变长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引力红移在地球引力场中也已被精确测量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黑洞与引力波：极端时空的奇观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黑洞：时空弯曲到极致，连光也无法逃脱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事件视界——黑洞的边界，有进无出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引力波：时空本身的涟漪，由加速质量产生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2015年LIGO首次直接探测到引力波信号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课堂小结：从理论到宇宙的壮丽图景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等效原理 → 时空弯曲 → 引力几何化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经典验证：光线偏折、引力红移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现代前沿：黑洞、引力波、宇宙学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广义相对论深刻改变了我们的宇宙观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广义相对论与宇宙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