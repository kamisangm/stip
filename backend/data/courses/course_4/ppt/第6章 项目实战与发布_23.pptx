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游戏循环是任何实时游戏的灵魂。在Unity中，Update方法每帧调用，适合处理输入和常规逻辑；FixedUpdate以固定时间步长执行，适合物理计算。通过状态机设计，我们可以清晰管理游戏的不同阶段——比如在打砖块中，从菜单开始，点击开始后进入游戏，球拍移动由输入驱动，球与砖块的碰撞由物理系统处理。理解好这个循环，你的游戏就有了稳固的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游戏有多个场景（如主菜单、游戏界面、结算界面）时，流畅的切换和数据的保存至关重要。PlayerPrefs适合存储简单设置和最高分，JSON或ScriptableObject则可以保存复杂关卡数据。使用单例模式或静态类可以方便地在场景间共享游戏状态。例如，打砖块游戏里，玩家分数在游戏场景中更新，切换回菜单时依然显示，这就是数据持久化的魔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音频能极大提升游戏的沉浸感。每个AudioSource组件可以播放一个音频片段，AudioListener通常挂载在主摄像机上。我们可以在玩家操作时触发音效，比如球拍击球、砖块碎裂，同时循环播放背景音乐。使用AudioMixer可以方便地调节音乐和音效的独立音量，甚至实现渐入渐出效果。记得为不同音效设置合理的3D/2D属性，让声音定位更自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发布是项目的终点也是起点。在Build Settings中，需要将所需场景按顺序加入，并配置Player Settings中的公司名、游戏名称、图标等。不同平台有不同注意事项：Windows需选择架构（x86/x64），Android要配置包名和签名，WebGL则要注意内存和加载性能。打包前建议先做性能测试，比如调整纹理压缩格式、剔除不必要的资源。发布后别忘了在目标设备上做最终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我们通过打砖块游戏串联所有知识点。项目文件夹组织清晰：Scenes放场景，Scripts放所有C#脚本，Prefabs存放砖块、球、球拍的预制体，Resources或Audio放音效。GameManager控制整体状态机，Paddle脚本处理鼠标或键盘移动，Ball脚本负责物理碰撞，Brick脚本管理砖块生命值及破碎效果。游戏从菜单开始，点击后加载游戏场景，失去所有球则失败，击碎所有砖块则胜利，然后可返回菜单重新开始。这个案例麻雀虽小五脏俱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恭喜你完成了第6章的学习。现在你已经具备了独立开发一个简单Unity游戏并发布的能力。在本章中，我们不仅做了打砖块，更重要的是理解了游戏循环、场景管理、数据持久化、音频集成和打包发布的完整方法论。如果你想让游戏更有趣，可以尝试添加道具系统、关卡编辑器，甚至接入排行榜API。未来还可以深入学习C#高级特性、自定义Shader编写，以及多人网络同步等内容。每一步都是新的冒险，保持实践，不断迭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课程概述与目标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游戏循环架构设计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游戏循环三阶段：输入更新 → 逻辑更新 → 渲染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Unity的Update()与FixedUpdate()分工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状态机管理：菜单、游戏、暂停、结束等状态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实战案例：打砖块中的球拍控制与碰撞检测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场景切换与数据持久化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SceneManager.LoadScene()实现场景跳转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数据持久化方案：PlayerPrefs、JSON、ScriptableObject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跨场景传递数据：静态类、单例模式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演示：从主菜单到游戏场景，再返回时保留分数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音频管理与音效集成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AudioSource与AudioListener的工作原理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背景音乐循环与音效一次性播放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通过AudioMixer实现音量全局控制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实战：为打砖块添加球撞击、砖块碎裂等音效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打包设置与多平台发布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Build Settings配置：目标平台、场景列表、Player Settings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各平台特殊设置：Windows、Android、WebGL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优化建议：分辨率、压缩、纹理格式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测试流程：本地Build → 真机/模拟器验证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完整案例：打砖块迷你游戏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项目结构：场景、脚本、预制体、资源文件夹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核心脚本：GameManager、Ball、Paddle、Brick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关键机制：生命值、计分、关卡重置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演示流程：菜单 → 游戏 → 胜利/失败 → 重启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总结与拓展建议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本章核心：实战打造完整可玩的小游戏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从架构到发布：系统性掌握Unity项目流程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拓展方向：加入道具、关卡编辑器、排行榜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继续学习：C#高级编程、Shader、网络同步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项目实战与发布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