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接下来我们重点学习python 基本概念。让我们深入探讨这个知识点的核心内容。请同学们注意做好笔记。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好的，以上就是概述的全部内容。我们学习了python 基本概念等核心知识点。建议同学们课后整理笔记，建立自己的知识框架，并通过练习题来检验掌握程度。有任何疑问欢迎随时提问，我们下次课再见！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概述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python 基本概念（概念）：理解其核心定义、原理和应用场景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回顾本章核心：python 基本概念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