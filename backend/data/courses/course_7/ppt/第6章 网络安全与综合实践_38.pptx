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A三元组是网络安全的基石。在讲解中可以举例：网上银行转账必须同时保证保密性（他人看不到密码）、完整性（金额不被篡改）和可用性（系统可随时访问）。防火墙是实现这些目标的第一道防线，但需要结合加密和认证才能形成完整防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需要讲清楚对称加密速度快但密钥分发困难，非对称加密速度慢但解决了密钥交换问题，实际中常混合使用（如HTTPS握手阶段用非对称交换对称密钥）。防火墙的重点在于访问控制列表的设计理念，而非具体配置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部分可以结合生活场景：在公共WiFi下，攻击者可以通过ARP欺骗拦截你的网页请求。防御的核心思路是：链路层信任不是绝对可靠的，必须在应用层进行加密与验证。强调HTTPS证书验证机制可以有效阻止中间人攻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DDoS攻击是可用性的最大威胁。可以举例：2020年Amazon AWS曾遭受2.3Tbps的DDoS攻击。防御不再是单点能完成的，必须依赖云端清洗中心。重点让学生理解'攻击流量与正常流量难以完全区分'这一核心难点。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PN的核心是'隧道+加密'。可以用物理信件比喻：普通信件走公共邮路（不加密），VPN相当于把信件锁入保险箱（隧道）并加上防拆封条（认证）。重点对比L2TP/IPSec（二层隧道+三层加密）与OpenVPN（基于SSL/TLS）的架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章的综合实践环节。引导学生从需求出发：为什么非要用VLAN？因为广播域隔离和安全隔离。为什么出口要配NAT？因为公网IP有限且保护内网拓扑。VPN配置强调预共享密钥和IKE阶段1/阶段2的参数协商。可以展示一个典型拓扑图来辅助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时强调两个递进关系：从'加密/认证/防火墙'单点技术到'VPN/网络隔离'系统方案；从'被动防御'到'主动设计安全网络架构'。思考题旨在引导学生跳出纯技术视角，考虑运维成本与用户体验，这是网络工程师走向成熟的标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本章概览：网络安全与综合实践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第6章 网络安全与综合实践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第6章 网络安全与综合实践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网络安全基本概念：CIA三元组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保密性：防止信息被未授权访问（加密技术）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完整性：确保数据在传输或存储中不被篡改（哈希、数字签名）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可用性：确保网络服务在合法请求下正常运转（冗余、抗DDoS）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身份认证：验证通信实体的真实身份（密码、证书、生物特征）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网络安全与综合实践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核心防御技术：加密、认证与防火墙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对称加密（如AES）与非对称加密（如RSA）的区别与应用场景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消息认证：数字签名与HMAC（哈希消息认证码）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防火墙类型：包过滤、状态检测、应用层网关（代理）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防火墙部署策略：最小权限原则、默认拒绝策略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网络安全与综合实践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常见网络攻击（一）：ARP欺骗与中间人攻击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ARP欺骗原理：伪造MAC地址映射，劫持局域网通信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中间人攻击（MITM）：攻击者截获并篡改通信双方的数据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ARP欺骗防御：静态ARP表、端口安全、DAI（动态ARP检测）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MITM整体防御：启用HTTPS、证书验证、双向身份认证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网络安全与综合实践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常见网络攻击（二）：DDoS攻击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DDoS定义：通过大量恶意请求耗尽目标资源，导致服务不可用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常见类型：SYN Flood、UDP Flood、HTTP Flood、放大攻击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防护思路：流量清洗、速率限制、黑名单/白名单、CDN分流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云防御方案：阿里云盾、Cloudflare、AWS 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网络安全与综合实践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安全通信技术：VPN与隧道技术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VPN作用：在公共网络上建立私有、加密的通信隧道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隧道协议：PPTP、L2TP/IPSec、OpenVPN、WireGuard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IPSec工作原理：ESP（封装安全载荷）与AH（认证头）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VPN典型场景：远程办公、分支机构互联、绕过地理限制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网络安全与综合实践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综合组网实践：小型企业网络设计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需求分析：30人规模，需隔离财务/研发/访客三个子网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网络拓扑：三层结构 — 核心交换、接入交换、出口路由器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安全配置：VLAN划分、ACL访问控制、NAT与端口映射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远程接入：配置L2TP/IPSec VPN供出差员工使用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设备选型：企业级路由器（如华为AR系列）+ 二层/三层交换机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网络安全与综合实践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章节小结与思考题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核心回顾：CIA三元组、防火墙策略、攻击与防御对应关系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关键技能：能识别常见攻击流量、能设计基本的VLAN+ACL防护方案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综合思考题：如何设计一个既保证远程办公安全，又不增加太多运维复杂度的网络方案？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延伸阅读：IPSec协议栈细节、零信任网络架构（ZTNA）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网络安全与综合实践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