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我们来看酶。酶是细胞内的‘工人’，它们能极大地加快化学反应的速度，让生命活动得以迅速进行。例如，唾液淀粉酶能快速分解米饭中的淀粉。请记住酶的两个关键特性：专一性就像一把钥匙开一把锁，而温度和酸碱度变化会让酶‘罢工’，这也是发烧时消化变差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细胞呼吸是细胞获取能量的核心方式。我们可以把它比作细胞的‘发动机’。葡萄糖等燃料在线粒体中被‘燃烧’，产生大量ATP。注意区分有氧呼吸和无氧呼吸：有氧呼吸效率高，生成大量ATP；无氧呼吸则是在缺氧条件下的应急方式，比如剧烈运动后肌肉酸痛就是乳酸积累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细胞呼吸相反，光合作用是一个‘制造’能量的过程。植物像‘太阳能工厂’，把光能转化为化学能储存在有机物中。这个过程不仅产生了我们呼吸的氧气，也是地球食物链的起点。请记住光合作用的场所是叶绿体，原料是水和二氧化碳，产物是淀粉和氧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进入细胞繁殖部分。有丝分裂是体细胞的分裂方式，比如皮肤细胞、肝细胞的更新。整个过程像一个精准的‘拷贝程序’：先复制染色体，再平均分配到两个新细胞里。记住口诀‘间前中后末’，尤其是中期染色体排列在中央，后期着丝粒分裂，姐妹染色单体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减数分裂是产生配子的特殊分裂，它与有丝分裂最大的区别是：染色体数目减半。这就像‘拆分’遗传物质，以便精卵结合后恢复原来的染色体数。其中同源染色体的联会和交叉互换很重要，它们就像‘洗牌’一样，让遗传信息重新组合，这也是为什么兄弟姐妹长得不完全相同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来做一个整合。酶是所有过程的‘调控者’；细胞呼吸和光合作用一个是‘释放’能量，一个是‘储存’能量，它们恰好构成一个循环；而有丝分裂让身体成长，减数分裂则让物种得以延续。本章的核心就是理解这些看似独立的过程如何在细胞中协同工作，最终构成生命之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第2章 细胞能量与繁殖 - 本章概览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第2章 细胞能量与繁殖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第2章 细胞能量与繁殖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酶的作用：生物催化剂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酶是蛋白质（少数为RNA），能加速化学反应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作用机制：降低反应活化能，自身不消耗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特性：高效性、专一性、易受温度和pH影响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细胞能量与繁殖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细胞呼吸：释放能量的过程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定义：细胞将有机物（如葡萄糖）分解，释放能量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主要场所：细胞质基质和线粒体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产物：ATP（能量货币）、二氧化碳和水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类型：有氧呼吸（高效）和无氧呼吸（低效，产生乳酸或酒精）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细胞能量与繁殖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光合作用：制造能量的过程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定义：绿色植物利用光能，将二氧化碳和水合成有机物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主要场所：叶绿体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产物：有机物（葡萄糖）和氧气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意义：为几乎全部生物提供物质和能量来源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细胞能量与繁殖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有丝分裂：体细胞的增殖方式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意义：使细胞数量增加，用于生长、修复与无性生殖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过程：间期（准备）→ 前期 → 中期 → 后期 → 末期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结果：一个母细胞产生两个遗传物质相同的子细胞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关键特征：染色体复制一次，细胞分裂一次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细胞能量与繁殖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减数分裂：生殖细胞的形成方式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意义：形成精子或卵细胞，保证染色体数目稳定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过程：连续分裂两次，但染色体只复制一次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结果：一个母细胞产生四个染色体减半的子细胞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关键事件：同源染色体联会、交叉互换（增加遗传多样性）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细胞能量与繁殖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本章小结：能量与繁殖的整合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酶控制所有代谢反应的速度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细胞呼吸与光合作用构成碳-氧平衡与能量流动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有丝分裂保证生长与修复，减数分裂保证遗传多样性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这些过程共同维持生命系统的稳定与延续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第2章 细胞能量与繁殖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