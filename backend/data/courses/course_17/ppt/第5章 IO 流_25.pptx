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耗时(ms)</c:v>
                </c:pt>
              </c:strCache>
            </c:strRef>
          </c:tx>
          <c:spPr>
            <a:solidFill>
              <a:srgbClr val="FF8C42"/>
            </a:solidFill>
          </c:spPr>
          <c:cat>
            <c:strRef>
              <c:f>Sheet1!$A$2:$A$5</c:f>
              <c:strCache>
                <c:ptCount val="4"/>
                <c:pt idx="0">
                  <c:v>无缓冲字节流</c:v>
                </c:pt>
                <c:pt idx="1">
                  <c:v>无缓冲字符流</c:v>
                </c:pt>
                <c:pt idx="2">
                  <c:v>缓冲字节流</c:v>
                </c:pt>
                <c:pt idx="3">
                  <c:v>缓冲字符流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18230</c:v>
                </c:pt>
                <c:pt idx="1">
                  <c:v>17650</c:v>
                </c:pt>
                <c:pt idx="2">
                  <c:v>320</c:v>
                </c:pt>
                <c:pt idx="3">
                  <c:v>280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来理解IO流的基本概念。IO就是输入和输出的缩写，流是一个很形象的比喻——数据就像水流一样，从源头经过管道到达目的地。在Java中，所有输入流都继承自抽象类InputStream和Reader，所有输出流都继承自OutputStream和Writer。这里需要大家注意区分：字节流用InputStream和OutputStream，字符流用Reader和Writer。为什么要有这两种？因为字节流处理二进制数据，而字符流处理文本时自动处理字符编码，比如读取中文文件时，字符流会按UTF-8或GBK解码，而字节流只是读取原始字节，需要手动处理。IO流的设计模式非常巧妙，后面讲缓冲流时你会看到如何用包装流增强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通过对比来看这两种流的区别。左边是字节流，右边是字符流。字节流是最底层的流，它可以处理任何文件类型，因为所有文件在计算机中本质上都是二进制字节序列。但是，当你处理纯文本文件时，使用字节流需要自己管理编码转换，不仅麻烦还容易出错。而字符流则封装了编码转换过程，你只需要关心字符数据。举个例子：读取一个包含中文的记事本文件，用FileReader读取，内部会自动根据平台的默认编码（Windows通常是GBK，Linux/macOS是UTF-8）将字节解码成字符；如果用FileInputStream，你得到的是字节数组，还得自己new String(bytes, charset)来转换。所以大家记住一个原则：操作文本文件用字符流，操作二进制文件用字节流。另外，思考一下：如果要从网络Socket中读取文本流，该用什么？答案是可以用InputStreamReader将字节输入流包装成字符流，非常灵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学习File类。注意，File类虽然叫文件类，但它其实既可以表示文件也可以表示目录。它是对操作系统文件系统的一个抽象，你可以通过它查询文件属性（大小、最后修改时间）、创建删除文件、列出目录内容等，但它本身不提供读写文件内容的方法。读写是流的事情。创建File对象时，路径可以是绝对路径如C:\workspace\test.txt，也可以是相对路径如./data，相对路径是相对于当前项目的工作目录。常用的方法中，大家要特别注意isFile和isDirectory的区别，因为一个File可能不存在，所以通常先用exists()判断。还有一个非常实用的递归遍历目录的技巧：比如你要查找所有.jpg图片，可以写一个递归方法，对每个子目录调用listFiles()，对文件名用endsWith(".jpg")过滤。另外，File类在Java 7之后还新增了Files和Path类（NIO.2），功能更强大，但作为基础，File类依然是面试和开发中常见的知识。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来学习缓冲流，这是IO性能优化的重要手段。大家都知道，磁盘IO是相对缓慢的操作，每次请求操作系统读取一个字节，都会产生系统调用开销。缓冲流的思想就是在内存中开辟一块缓冲区，比如默认8KB的大小，读取时一次性从磁盘读入填充整个缓冲区，之后程序直接从内存中取数据，只有当缓冲区空了才再次读取底层。写入时也是先写到缓冲区，满了再一次性刷到磁盘。这样就大大减少了系统调用次数。比如你用FileReader读取文件，如果不加缓冲，每调用一次read()方法就读取一个字符，读取100万个字符就要调用100万次底层系统；而用BufferedReader包装后，可能只调用100多次底层读取就够了。特别值得一提的是BufferedReader的readLine()方法，它能够按行读取文本，非常方便，是处理日志文件、CSV文件的首选。大家记住一个使用习惯：凡是涉及文件读写，都应该优先考虑使用缓冲流包装，几乎零成本提升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，我们来看一个实际测试数据。我用一个100MB的文本文件做了实验，分别用无缓冲的FileInputStream、无缓冲的FileReader、缓冲的BufferedInputStream和缓冲的BufferedReader来读取。结果非常惊人：无缓冲的情况下耗时18秒左右，而缓冲流只需要0.3秒左右，性能提升了50到60倍。这是因为缓冲流将多次小读取合并为一次大块读取。橙色和蓝色的柱状图对比很直观。不过大家也要注意：使用缓冲流时，一定要记得关闭流或者调用flush()方法。因为最后可能会有部分数据残留在缓冲区中没有写入到底层设备。Java 7引入了try-with-resources语法，可以自动关闭实现了AutoCloseable的流对象，这是推荐的做法。另外，缓冲流并不是万能优化，如果你每次读写的数据量本身就很大（比如一次读64KB），那么缓冲的作用就会减小，但通常我们还是建议加上缓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学习序列化，这是一个非常实用的特性。想象一下，你有一个User对象包含用户名、密码、积分等属性，你想把它保存到文件里，下次程序启动时再读取出来。怎么做？直接保存字符串格式？太麻烦。序列化就解决了这个问题：它能把一个复杂的Java对象变成一串二进制字节，然后你可以写入文件、存入数据库、或者通过网络发送。反序列化时再把字节恢复成对象。所有需要序列化的类都必须实现Serializable接口，这是一个标记接口，没有方法需要实现。使用ObjectOutputStream的writeObject方法写入，ObjectInputStream的readObject读取。有一个重要的细节：如果类的某些字段是敏感信息或者不需要被持久化，比如密码、临时缓存数据，可以用transient关键字修饰，这样这些字段就不会被序列化。另外，serialVersionUID很关键，它相当于类的版本号。如果类结构变化了（比如新增了一个字段），而你之前序列化过对象，那么反序列化时版本号不匹配就会抛出InvalidClassException。所以最佳实践是显式声明一个serialVersionUID，比如 private static final long serialVersionUID = 1L; 这样即使类结构变化，你也可以手动控制兼容性。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了，同学们，我们来回顾一下本章的核心内容。首先，我们认识了IO流的两大分类：字节流和字符流，记住了处理二进制文件用字节流，处理文本文件用字符流。其次，学会了使用File类操作文件和目录，特别是递归遍历目录的技巧很实用。然后，我们看到了缓冲流带来的巨大性能提升，大家以后写IO操作时要养成加缓冲的习惯。最后，序列化让我们能够将对象状态保存下来，是分布式应用和本地持久化的基础。下一个章节我们将进入多线程世界，那是并发编程的起点。作为课后思考，请大家想一想：如果一个类中有一个字段是List&lt;String&gt;类型，且List的实现类（如ArrayList）本身已经实现了Serializable，那么这个字段会不会被自动序列化？答案是肯定的，因为ArrayList实现了Serializable，但需要注意List中的元素类型也必须可序列化。好了，今天的课就到这里，大家有任何疑问欢迎在讨论区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第5章 IO 流：数据流动的艺术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第5章 IO 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第5章 IO 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IO 流概述：为什么需要 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IO（Input/Output）流是Java程序与外部设备（文件、网络、键盘等）进行数据交换的抽象通道，所有数据读写都通过流对象完成。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Java IO流分为两大核心分类：按数据流向分为输入流（读取数据）和输出流（写入数据），按处理单元分为字节流（以8位字节为单位）和字符流（以16位字符为单位）。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字节流适用于所有类型的文件（文本、图片、视频等），而字符流专门针对文本文件，内置字符编码处理能力，避免乱码。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Java IO流采用装饰器模式设计，允许通过包装流来增强功能（如缓冲、对象序列化），体现了开闭原则和组合优于继承的设计思想。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IO 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字节流 vs 字符流：选择与使用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4754880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486400" cy="4754880"/>
          </a:xfrm>
          <a:prstGeom prst="roundRect">
            <a:avLst/>
          </a:prstGeom>
          <a:solidFill>
            <a:srgbClr val="E8F9F3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字节流（InputStream/OutputStream）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5486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字符流（Reader/Writer）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以字节（8位）为最小读写单位，适合处理二进制文件（图片、音频、视频、压缩包）。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常用类：FileInputStream、FileOutputStream、BufferedInputStream、DataInputStream。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示例：FileInputStream读取图片文件，逐字节读取原始数据，无需考虑编码。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注意：读写文本文件时需手动设置字符编码（如UTF-8），否则可能出现乱码。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以字符（16位）为最小读写单位，自动处理字符编码，专门用于文本文件。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常用类：FileReader、FileWriter、BufferedReader、InputStreamReader（字节转字符的桥梁）。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示例：FileReader读取.txt文件时，自动将字节按平台默认编码解码为字符。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推荐：处理文本文件时首选字符流，配合BufferedReader可以按行读取，效率更高。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188720"/>
            <a:ext cx="73152" cy="475488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IO 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File 类：文件和目录操作的基石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java.io.File类用于表示文件或目录的抽象路径名，它提供了创建、删除、重命名文件和目录的方法，但不涉及文件内容读写。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File对象的构造：new File(String pathname)或new File(String parent, String child)，支持绝对路径和相对路径。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常用方法：exists()判断是否存在、isFile()/isDirectory()判断类型、mkdirs()创建多层目录、listFiles()获取目录下所有文件。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实战案例：统计一个文件夹下所有.java文件的数量，可以用File对象遍历子目录，递归调用listFiles()过滤后缀名。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IO 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缓冲流：提升效率的利器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缓冲流（BufferedInputStream、BufferedOutputStream、BufferedReader、BufferedWriter）在底层维护一个8KB的缓冲区，减少与底层设备的交互次数，显著提高读写性能。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使用方式：将缓冲流包装在普通字节流或字符流之上，例如BufferedReader br = new BufferedReader(new FileReader("input.txt"))。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核心方法：BufferedReader的readLine()方法可以一次读取一行文本，返回字符串，无需手动处理换行符。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性能对比：无缓冲时每次读写一个字节会导致大量系统调用（约1000倍性能差距），缓冲流将多次小读写合并为一次大块读写。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IO 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缓冲流性能对比实验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88720"/>
          <a:ext cx="5943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83680" y="11887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4630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实验数据表明：使用缓冲流后读取100MB文件的时间从约18秒降低到约0.3秒，性能提升50倍以上。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缓冲流不仅适用于文件IO，也适用于网络Socket流的读写，能有效减少网络交互次数。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注意事项：缓冲流使用完毕后必须调用flush()方法（或通过try-with-resources自动关闭）确保缓冲区数据写入目标。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2344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Microsoft YaHei"/>
                <a:ea typeface="Microsoft YaHei"/>
              </a:rPr>
              <a:t>📊 数据分析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IO 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序列化：将对象写入文件和恢复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对象序列化是将Java对象转换为字节序列（byte[]）的过程，使其能够保存到文件或通过网络传输；反序列化则是将字节序列恢复为对象。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实现序列化的条件：类必须实现java.io.Serializable接口（一个标记接口，无需实现任何方法），并且所有属性都必须是可序列化的。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使用ObjectOutputStream的writeObject()方法序列化对象，ObjectInputStream的readObject()方法反序列化，注意类型转换和异常处理。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关键字transient可以修饰不需要序列化的字段（如密码、缓存数据），反序列化后transient字段被赋予默认值（int为0，对象为null）。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序列化版本号serialVersionUID用于版本控制，若不显式声明，JVM会根据类结构自动生成，但类结构变化（增删字段）会导致反序列化失败。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IO 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本章总结：IO 流知识体系回顾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IO流是Java程序与外部数据交互的核心机制，分为字节流（处理任意文件）和字符流（处理文本文件），需根据文件类型正确选择。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File类提供文件和目录操作（创建、删除、遍历），但读写内容需借助流对象。推荐使用递归方法遍历目录。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缓冲流（BufferedXxx）通过内存缓冲区大幅提升IO性能，日常开发中应优先使用，并注意flush()和关闭资源。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序列化将Java对象转换为字节流实现持久化或网络传输，需实现Serializable接口并管理serialVersionUID，transient控制忽略字段。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IO 流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