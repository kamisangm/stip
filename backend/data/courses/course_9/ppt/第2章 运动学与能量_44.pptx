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学习匀变速直线运动。所谓匀变速，就是加速度的大小和方向都不变。我们有三条核心公式，分别用于求末速度、位移和速度与位移的关系。例如，一辆汽车以20m/s的速度行驶，刹车时加速度为-5m/s²，我们就可以用这些公式算出它停下来需要多长的距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自由落体运动是匀变速直线运动的一种特殊情况。物体只受重力作用，从静止开始下落，加速度就是重力加速度g。在日常生活中，比如从高处丢下一颗石子，它下落的时间与高度之间就满足h = ½gt²的关系。需要注意的是，空气阻力很小时，可以近似认为是自由落体。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学习功与功率。功是力在空间上的积累效应，计算公式为力的大小乘以位移再乘以力与位移夹角的余弦。例如，你水平推一个箱子，推力与位移方向一致时做功最多。功率则反映了做功的快慢，比如一台机器的功率越大，它在相同时间内做的功就越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能是物体由于运动而具有的能量，大小与质量和速度的平方成正比。动能定理非常有用：合外力对物体做的功，等于物体动能的变化。比如，子弹打入木块的过程中，摩擦力做负功，子弹的动能减少，木块的动能增加。我们可以用这个定理来求解速度、位移等物理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力势能是物体由于其高度而具有的能量，表达式为mgh，其中h是相对于参考平面的高度。注意参考平面可以任意选取，但同一问题中需保持一致。另外，弹簧被拉伸或压缩时也会储存弹性势能，公式是½kx²。势能其实不是单个物体的属性，而是系统内相互作用的物体共同拥有的能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械能守恒定律是本章最重要的规律之一。当系统内只有重力或弹力做功时，系统的总机械能保持不变。也就是说，动能和势能可以相互转化，但总和恒定。比如过山车在轨道上运动，忽略摩擦力，下滑时重力势能减少，动能增加，但总机械能不变。这条定律是解决许多复杂运动问题的利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到此，我们学完了第2章的所有知识点。请同学们课后回顾每个概念的物理意义和公式，并思考：自由落体运动中，只有重力做功，机械能是否守恒？是的，它守恒。另外，请大家计算一下：一个质量为2kg的物体从10米高处自由下落，忽略空气阻力，它落地时的速度是多少？我们可以用机械能守恒轻松求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第2章 运动学与能量 — 课程导入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第2章 运动学与能量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第2章 运动学与能量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匀变速直线运动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定义：加速度恒定的直线运动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三个基本公式：v = v₀ + at, s = v₀t + ½at², v² - v₀² = 2as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应用实例：汽车刹车、匀加速启动等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运动学与能量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自由落体运动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自由落体是匀变速直线运动的特例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初速度为零，加速度为g（约9.8m/s²）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下落距离公式：h = ½gt²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运动学与能量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功与功率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功：力与位移的点积，W = F·s·cosθ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功率：做功的快慢，P = W / t，也可表示为P = F·v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功是能量转化的量度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运动学与能量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动能与动能定理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动能公式：Ek = ½mv²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动能定理：合外力做的功等于动能的变化量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应用：分析碰撞、抛体运动等问题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运动学与能量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重力势能与弹性势能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重力势能：Ep = mgh，与参考平面有关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弹性势能：弹簧形变时储存的能量，Ep = ½kx²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势能是系统共有的能量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运动学与能量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机械能守恒定律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机械能 = 动能 + 势能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只有重力或弹力做功时，机械能守恒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表达式：Ek₁ + Ep₁ = Ek₂ + Ep₂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运动学与能量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回顾匀变速运动、自由落体、功功率、动能、势能、机械能守恒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思考：自由落体运动中机械能守恒吗？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练习：一个物体从10m高自由下落，求落地时的速度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运动学与能量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