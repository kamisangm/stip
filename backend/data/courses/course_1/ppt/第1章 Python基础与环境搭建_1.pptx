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欢迎来到Python编程入门课程。本章将从零开始，带领大家搭建Python开发环境，并掌握最基础的程序设计概念。通过四个核心知识点，逐步建立起对Python的初步认识。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首先我们来了解Python是什么。它是一种易学且功能强大的语言，由Guido van Rossum于1989年发明。安装时请务必勾选添加环境变量，这样可以直接在终端使用Python命令。安装完成后，可以通过命令行验证是否成功。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安装完成后，可以打开IDLE或直接在命令行输入python进入交互模式。在&gt;&gt;&gt;提示符后输入print('Hello, World!')，按回车即可看到输出。这是学习任何编程语言的经典第一步。交互模式适合尝试小段代码，而实际项目应保存为.py文件运行。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量就像贴了标签的盒子，可以存放各种数据。Python是动态类型语言，不需要提前声明变量类型。注意变量命名要有意义，且不能使用如if、for等保留关键字。通过type函数可以随时了解变量的类型，这对调试非常有帮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程序与用户交互主要靠输入输出。input会等待用户键入内容，并以字符串形式返回。输出时推荐使用f-string，它从Python 3.6开始支持，只需在字符串前加f，并用花括号嵌入变量，代码更清晰易读。例如：print(f'你好，{name}！')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将本章知识点串联起来：写一个小程序，让用户输入基本信息，然后打印出一张整洁的信息卡片。注意年龄要转换为整数，因为input返回的是字符串。通过这个例子，大家可以体会到变量、输入输出和格式化的综合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完成了Python基础环境搭建与核心概念的入门学习。请务必动手完成练习，编程是一门实践技能。练习1帮助巩固输入输出与类型转换，练习2则练习字符串格式化。下一章我们将深入学习运算符与流程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章节概览：第1章 Python基础与环境搭建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Python简介与安装：了解Python语言的特点及应用领域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交互式环境与第一个程序：熟悉IDLE与命令行模式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变量与基本数据类型：学习如何存储与操作数据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输入输出与格式化：掌握与用户交互的基本方法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Python简介与安装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Python是一种解释型、面向对象的高级编程语言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广泛应用于Web开发、数据分析、人工智能等领域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安装步骤：访问python.org下载对应版本，勾选“Add Python to PATH”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验证安装：打开命令行输入python --version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交互式环境与第一个程序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交互式环境（REPL）：可直接输入代码并立即看到结果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IDLE：Python自带的集成开发学习环境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第一个程序：在交互界面输入 print('Hello, World!')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运行方式：交互式适合快速测试，脚本文件适合保存代码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变量与基本数据类型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变量：用来存储数据的名称，例如 name = 'Alice'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常见数据类型：整数(int)、浮点数(float)、字符串(str)、布尔(bool)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类型检查：使用 type() 函数查看变量数据类型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命名规则：字母/下划线开头，区分大小写，不能使用关键字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输入输出与格式化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输入：input() 函数从键盘获取用户输入（返回字符串）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输出：print() 函数向屏幕显示信息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格式化方法一：使用 + 拼接字符串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格式化方法二：f-string 更简洁（例如 f'姓名：{name}'）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综合示例：用户信息卡片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步骤1：用input获取姓名、年龄、城市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步骤2：将年龄转换为整数（int）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步骤3：用f-string打印格式化信息卡片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步骤4：运行并观察输出效果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回顾：Python环境搭建、交互式编程、变量与类型、输入输出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重点：正确使用变量命名，理解动态类型，掌握f-string格式化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练习1：编写程序计算两个数的和并输出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练习2：编写程序询问用户喜欢的颜色并打印个性化问候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