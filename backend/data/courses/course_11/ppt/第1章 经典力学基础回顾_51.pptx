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回顾运动学。位移是矢量，强调起终点间的直线距离和方向；速度是矢量，描述位置变化的快慢和方向；速率则是我们日常说的‘速度’大小。加速度是速度变化的快慢，这些概念在相对论中仍然重要，但定义会随参考系变化，请大家先牢记经典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牛顿定律是经典力学的核心。第一定律定义了惯性系；第二定律给出了力与加速度的定量关系；力的合成与分解是解决复杂力学问题的工具。匀变速直线运动和自由落体运动是经典力学的典型运动模型，请大家理解这些运动背后的牛顿定律本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量概念在相对论中将发生深刻变化。经典力学中，功是力对空间的累积效果；动能与速度平方成正比；重力势能与高度成正比。机械能守恒定律是解决许多实际问题的利器。注意，这里的‘质量’在经典力学中被认为是恒定不变的，而在相对论中这一观点将被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典电学为相对论电磁学铺平了道路。库仑定律是静电学的基础；电势和电势差描述电场能量特性；欧姆定律是电路分析的核心。相对论将揭示电场和磁场其实是同一本质的不同表现，这些基本概念将帮助我们理解时空与电磁场的统一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路分析是经典物理的实用技能。串联分压、并联分流，以及基尔霍夫定律帮助我们计算复杂电路。电功率表征电能转化的快慢。请同学们注意，经典物理中各种形式的能量（机械能、电能）在转化中总量守恒，这一思想在相对论时空观下依然成立，但质量与能量不再独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典力学非常成功，但在接近光速或强引力条件下暴露出局限。例如，无法解释迈克耳孙-莫雷实验。爱因斯坦以光速不变原理和狭义相对性原理为基石，提出了狭义相对论，将时间与空间统一为四维时空。这些经典力学概念正是我们通向相对论的跳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系统回顾了经典力学与电学基础知识。这些内容不仅是高中物理的核心，更是理解相对论的必要前提。请大家课后思考：当速度接近光速时，经典的能量公式和牛顿定律还能直接使用吗？下一章我们将正式进入狭义相对论，揭示全新的宇宙图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第1章 经典力学基础回顾：课程导引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运动学基础：位移、速度与加速度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位移：位置的变化（矢量）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速度：位移与时间的比值（描述运动快慢和方向）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速率：速度的大小（标量）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加速度：速度变化量与时间的比值（矢量）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牛顿运动定律与受力分析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牛顿第一定律（惯性定律）：不受力时物体保持静止或匀速直线运动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牛顿第二定律：F = ma，力是改变运动状态的原因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力的合成与分解：矢量运算法则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应用：匀变速直线运动与自由落体运动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能量世界：功、动能与势能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功：力与位移的点积，能量转化的量度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动能：物体由于运动而具有的能量 (½mv²)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重力势能：物体由于高度而具有的能量 (mgh)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机械能守恒定律：在只有保守力做功时，动能与势能之和不变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电学基础：电荷、电场与电势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电荷与电场：电荷产生电场，电场对电荷施加力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库仑定律：真空中的点电荷间作用力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电势与电势差：电场力做功与路径无关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电流、电阻与欧姆定律：I = U /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电路分析与能量转化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串联与并联电路基本规律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基尔霍夫定律：节点电流与回路电压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电功率：P = UI，能量转化速率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经典力学与电学的交汇：力学中的能量与电学中的能量守恒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从经典到相对论：桥梁与突破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经典力学完美解释低速宏观世界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高速运动与强引力场下的失效案例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光速不变性与相对性原理的冲突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爱因斯坦的突破：时间与空间的统一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重点回顾：位移、速度、加速度、牛顿定律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能量与守恒：动能、势能、机械能守恒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电学基础：库仑定律、欧姆定律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思考：如果光速是极限，经典公式会如何改变？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经典力学基础回顾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