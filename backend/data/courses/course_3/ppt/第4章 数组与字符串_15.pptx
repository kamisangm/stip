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先，我们来学习一维数组。数组可以看作一组相同类型数据的集合。定义时需指定类型和元素个数，注意下标从0开始，最后一个元素的下标是长度减1。初始化时，可以在花括号中列出所有元素，也可以省略数组长度由编译器自动计算。通常使用循环来遍历和操作数组元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二维数组可以理解为“数组的数组”，常用于表示矩阵或表格数据。定义时需要指定行数和列数，存储时在内存中是按行顺序连续存放的。初始化时可以用嵌套花括号为每一行赋值，访问元素使用两个下标，行和列都从0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C语言中，字符串实际上是字符数组的一种特殊形式，必须以空字符'\0'作为结束标志。定义字符数组时，要预留一个位置存放'\0'。直接使用双引号初始化字符串，编译器会自动在末尾添加'\0'。字符串的长度是指有效字符的个数，不包括结尾的空字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语言提供了一系列标准库函数来方便地处理字符串，使用前需要包含string.h头文件。strlen可以获取字符串长度，strcpy用于复制，strcat用于拼接，strcmp用于比较两个字符串是否相等。注意，使用这些函数时需确保目标字符数组有足够空间，避免越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我们看数组的经典应用——排序。以冒泡排序为例，它通过重复遍历数组，比较相邻元素，如果顺序错误就交换，让较大的元素逐渐“像气泡一样”浮到数组末端。外层循环执行n-1次，每次内循环比较剩余的无序部分。这种方法简单直观，但效率较低，适合小规模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线性查找是最简单的查找方法，适用于任何无序数组。它从数组的第一个元素开始，逐个与目标值比较，如果相等就返回当前下标，如果直到数组末尾都没有匹配，则表示查找失败，通常返回-1。尽管效率不高，但实现简单，是学习查找算法的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第4章 数组与字符串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第4章 数组与字符串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第4章 数组与字符串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一维数组的定义与使用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定义格式：类型 数组名[元素个数]; 例如 int a[5];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下标从0开始，访问元素：a[0], a[1], …, a[4]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初始化：int a[3] = {1, 2, 3}; 或 int a[] = {1, 2, 3};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循环遍历：for(i=0; i&lt;5; i++) 操作 a[i];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第4章 数组与字符串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二维数组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定义：类型 数组名[行数][列数]; 如 int b[3][4];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存储方式：按行优先连续存储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初始化：int b[2][3] = {{1,2,3}, {4,5,6}};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访问元素：b[i][j]，i为行下标，j为列下标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第4章 数组与字符串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字符数组与字符串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字符数组：char str[10]; 存储字符序列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字符串：以空字符'\0'结尾的字符数组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初始化：char s[] = "Hello"; 自动添加'\0'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字符串长度：不包括结尾的'\0'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第4章 数组与字符串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字符串处理函数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头文件：#include &lt;string.h&gt;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strlen(s)：返回字符串长度（不含'\0'）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strcpy(dest, src)：复制字符串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strcat(dest, src)：拼接字符串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strcmp(s1, s2)：比较字符串（相等返回0）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第4章 数组与字符串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数组应用：冒泡排序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冒泡排序思想：相邻元素两两比较，大的往后“冒”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外层循环控制轮数（n-1轮）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内层循环进行相邻比较和交换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每轮结束后，最大元素归位到末尾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第4章 数组与字符串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数组应用：线性查找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线性查找（顺序查找）：从数组第一个元素开始依次比较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找到目标元素则返回其下标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若遍历完数组仍未找到，返回-1表示查找失败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适用于无序数组，时间复杂度O(n)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第4章 数组与字符串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