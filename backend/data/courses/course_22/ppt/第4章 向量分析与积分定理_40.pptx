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接下来我们重点学习第4章引言、向量场与通量、环量、格林公式。对于每个知识点，我们不仅要理解概念定义，更要掌握其背后的原理和实际应用方法。请同学们注意做好笔记。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接下来我们重点学习高斯公式、斯托克斯公式、三大公式的联系与区别。对于每个知识点，我们不仅要理解概念定义，更要掌握其背后的原理和实际应用方法。请同学们注意做好笔记。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好的，以上就是第4章 向量分析与积分定理的全部内容。我们学习了第4章引言, 向量场与通量、环量, 格林公式等核心知识点。建议同学们课后整理笔记，建立自己的知识框架，并通过练习题来检验掌握程度。有任何疑问欢迎随时提问，我们下次课再见！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第4章 向量分析与积分定理 - 概述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第4章 向量分析与积分定理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第4章 向量分析与积分定理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194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第4章引言（概念）：理解其核心定义、原理和应用场景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向量场与通量、环量（概念）：理解其核心定义、原理和应用场景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格林公式（综合）：理解其核心定义、原理和应用场景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向量分析与积分定理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知识拓展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194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高斯公式（综合）：理解其核心定义、原理和应用场景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斯托克斯公式（综合）：理解其核心定义、原理和应用场景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三大公式的联系与区别（综合）：理解其核心定义、原理和应用场景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向量分析与积分定理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回顾本章核心：第4章引言, 向量场与通量、环量, 格林公式等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完成章节练习，检验学习效果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向量分析与积分定理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