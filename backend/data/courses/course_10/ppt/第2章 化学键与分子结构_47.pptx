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化学键主要有三种类型：离子键通过电子得失形成静电吸引；共价键通过电子配对共享；金属键则由自由电子将金属离子结合在一起。理解键型差异是分析物质性质的基础。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离子键通过完全转移电子形成阳离子和阴离子，靠静电引力结合。离子化合物一般具有较高熔点和硬度，在熔融状态或水溶液中能导电，典型代表是氯化钠。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共价键通过共享电子对结合，常见于非金属元素之间。根据共用电子对数目可分为单键、双键和三键。共价化合物可以是小分子（如水）或巨型原子晶体（如金刚石）。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金属键中，自由电子在金属阳离子之间自由移动，形成‘电子海’。这种结构使得金属具有良好的导电、导热性以及延展性，这是金属材料广泛应用的重要原因。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分子间作用力是分子之间的弱相互作用，主要包括范德华力和氢键。范德华力随分子量增大而增强，氢键则出现在含H与电负性大原子（如F、O、N）的分子间，显著提高熔沸点。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分子极性取决于键的极性（电负性差）和分子几何构型是否对称。对称结构通常为非极性分子，反之为极性分子。极性分子易溶于极性溶剂，非极性分子易溶于非极性溶剂。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通过本章学习，我们掌握了化学键的基本类型及其特点，了解了分子间作用力如何影响物理性质，以及分子极性的判断方法。这些知识是后续深入理解化学反应与材料性质的重要基础。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第2章 化学键与分子结构 概览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化学键的类型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离子键：电子完全转移，形成阴阳离子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共价键：电子共享，原子间共用电子对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金属键：自由电子在金属阳离子间流动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各键型对应不同的物理化学性质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离子键与离子化合物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通常发生在金属与非金属之间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形成离子晶体，熔点高、硬度大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例如：NaCl，由Na⁺和Cl⁻组成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水溶液中易导电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共价键与共价化合物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通常发生在非金属原子之间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共用电子对，形成分子或原子晶体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键的类型：单键、双键、三键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例如：H₂、O₂、N₂、CH₄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金属键与金属特性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金属阳离子与自由电子间的强相互作用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解释金属的导电、导热性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解释金属的延展性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例如：Fe、Cu、Al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分子间作用力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分子间的弱相互作用，决定物理性质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范德华力：色散力、诱导力、取向力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氢键：特殊强作用，影响熔沸点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例如：水分子间的氢键导致高沸点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分子极性与分子结构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极性由键的极性和分子对称性共同决定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极性分子如 HCl、H₂O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非极性分子如 CO₂、CH₄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极性影响溶解性、熔沸点等性质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三种化学键：离子键、共价键、金属键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分子间作用力：范德华力与氢键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分子极性由键极性与对称性决定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化学键与分子间作用力共同决定物质性质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化学键与分子结构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