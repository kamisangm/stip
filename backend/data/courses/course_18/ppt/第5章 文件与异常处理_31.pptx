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大家想一想，如果每次运行程序都要重新输入数据，那该多麻烦？文件就像是程序的长期记忆。例如，我们写一个记事本应用，用户输入的文字需要保存在文件中，下次打开才能继续编辑。Python提供了简单而强大的文件操作函数，让我们能够轻松地处理文本文件和二进制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，我们来看一下文件操作的基本API。左边是读取，核心是open函数和三种读取方法；右边是写入，注意不同模式的差异。比如，如果你不小心用了'w'模式，原有文件内容会被清空。所以实际操作中要小心选择模式。另外，编码问题经常被忽视，读取中文文件时一定要指定utf-8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刚刚提到手动关闭文件很麻烦，而且容易忘记。Python提供了with语句来优雅地解决这个问题。它的原理是调用对象的__enter__和__exit__方法，open函数返回的文件对象支持上下文管理器协议。所以，今后大家在写文件操作时，尽量使用with语句，这是Python社区的推荐做法。它不仅减少了代码量，还避免了因忘记关闭文件导致的数据丢失或资源泄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我们操作文件时，很多情况是不可预知的：用户删除了文件、磁盘满了、没有权限等等。如果不处理异常，程序会直接崩溃并输出令人困惑的Traceback。使用try-except，我们可以针对不同的错误给出友好的提示，或者尝试其他操作。例如，打开一个配置文件时，如果文件不存在，我们可以使用默认配置并自动创建文件。注意，else子句在try块没有异常时执行，finally无论是否异常都会执行，常用于清理资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，内置异常虽然丰富，但有时候并不足以精确描述我们程序中的错误。比如，你正在解析一个配置文件，如果格式不符合要求，抛出内置的ValueError虽然可以，但不够直观。这时候可以自定义一个ConfigFormatError。继承Exception后，你可以添加额外的属性，比如行号、错误详情。这样在捕获异常时，就可以根据不同的类型做出不同的处理。记住，自定义异常是代码质量和可维护性的重要体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我们把今天学到的知识综合起来：文件读写、with、异常处理、自定义异常。请看这个案例。首先，我们用with打开配置文件；如果文件不存在，我们在except块中给出提示并用默认设置；如果文件存在但内容格式不对，我们可能会在解析时遇到异常，例如赋值语句没有等号，这时可以抛出一个自定义的ConfigParseError，并携带行号信息。这样，整个程序的健壮性和可读性都大大提升。大家课后可以自己动手实现这样一个配置读取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学习了文件与异常处理的核心内容。文件让程序拥有了持久化能力，异常处理让程序能够从容应对意外情况。请大家思考一个问题：如果要写一个日志记录器，每天自动创建一个新的日志文件，并且当天写入时如果磁盘空间不足，应该如何优雅地处理？这需要综合运用文件操作、with语句、异常捕获和自定义异常。希望大家课后能动手实践，把知识转化为自己的技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2743200"/>
            <a:ext cx="1828800" cy="1828800"/>
          </a:xfrm>
          <a:prstGeom prst="ellipse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4400" y="1645920"/>
            <a:ext cx="1033272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192024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第5章 文件与异常处理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A9D8F"/>
                </a:solidFill>
                <a:latin typeface="Microsoft YaHei"/>
                <a:ea typeface="Microsoft YaHei"/>
              </a:rPr>
              <a:t>第5章 文件与异常处理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71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28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286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743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00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57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72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29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486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00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58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772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29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86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44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601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058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515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72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430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887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E66D"/>
                </a:solidFill>
                <a:latin typeface="Microsoft YaHei"/>
                <a:ea typeface="Microsoft YaHei"/>
              </a:rPr>
              <a:t>第5章 文件与异常处理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为什么需要文件操作？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194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程序运行时产生的数据默认存储在内存中，程序结束后就会丢失，文件提供了一种持久化存储数据的途径。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文件操作允许我们读取外部数据（如配置文件、日志、CSV表格）以及将处理结果保存到磁盘供后续使用。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现实场景举例：游戏保存进度、网站读取用户配置、数据分析导出报表等都离不开文件的读写。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第5章 文件与异常处理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文件读写基本操作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486400" cy="4754880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FFB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9360" y="1188720"/>
            <a:ext cx="5486400" cy="4754880"/>
          </a:xfrm>
          <a:prstGeom prst="roundRect">
            <a:avLst/>
          </a:prstGeom>
          <a:solidFill>
            <a:srgbClr val="E8F9F3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5486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读取文件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54864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写入文件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使用 open('文件名','r') 打开文件，默认以文本模式读取。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常用方法：read() 读取全部内容、readline() 读取一行、readlines() 读取所有行到列表。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注意：读取汉字时需指定 encoding='utf-8' 避免乱码。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写入模式：'w'覆盖写、'a'追加写、'x'独占创建写入。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常用方法：write('字符串') 写入内容、writelines(列表) 写入多行。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文件写入后必须调用 close() 关闭文件，否则数据可能未真正写入磁盘。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188720"/>
            <a:ext cx="73152" cy="475488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第5章 文件与异常处理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with语句：安全优雅的文件操作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with语句是Python上下文管理器，可以自动在代码块结束后关闭文件，即使发生异常也能确保资源释放。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语法：with open('文件','模式') as f:  # 在缩进块中操作文件，退出时自动关闭。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传统方式需要手动try-finally来保证关闭，而with让代码更简洁、更安全。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示例：with open('data.txt','r') as f: content = f.read()  # 无需显式close。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第5章 文件与异常处理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异常处理基础：try-except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异常是程序运行时发生的错误，Python使用try-except结构来捕获和处理异常，防止程序崩溃。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常见文件相关异常：FileNotFoundError（文件不存在）、PermissionError（权限拒绝）、IOError（I/O错误）。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基本结构：try: # 可能出错的代码 except 异常类型 as e: # 处理代码  else: # 无异常时执行 finally: # 总会执行。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可以同时捕获多个异常类型，如 except (FileNotFoundError, PermissionError):。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第5章 文件与异常处理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自定义异常：让错误信息更清晰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Python允许我们通过继承Exception类来创建自定义异常，用于表达特定业务逻辑的错误。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定义方式：class MyError(Exception): def __init__(self, msg): super().__init__(msg); 并可重写__str__。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在实际项目中，自定义异常比使用通用异常更易读、更易调试，例如FileFormatError、ConfigParseError。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使用raise语句主动触发自定义异常：raise FileFormatError('配置文件格式错误，缺少section标识')。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第5章 文件与异常处理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综合案例：安全读取配置文件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假设我们需要读取一个名为 'config.txt' 的配置文件，每行格式为 'key=value'。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使用with open('config.txt','r',encoding='utf-8') as f: 并包裹在try-except中。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捕获FileNotFoundError时使用默认配置并创建文件；捕获ValueError时处理解析错误（如缺少等号）。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若发现格式错误，raise自定义异常 ConfigParseError('第X行格式错误')，由上层逻辑处理。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第5章 文件与异常处理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3" name="Rectangle 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365760"/>
            <a:ext cx="7589520" cy="9144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411480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本章总结与思考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146304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280" y="150876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7" y="16184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1554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文件读写：掌握 open 的几种模式（r/w/a/x）以及 read/write 方法，注意编码和关闭。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242316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7280" y="246888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7007" y="25786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2514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with语句：上下文管理器自动释放资源，推荐在所有文件操作中使用。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3383280"/>
            <a:ext cx="8503920" cy="82296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7280" y="342900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07007" y="35387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34747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异常处理：try-except-else-finally 捕获并处理运行时错误，提升程序健壮性。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0" y="434340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97280" y="438912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7007" y="44988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3120" y="44348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自定义异常：继承 Exception，让错误语义更清晰，便于分层处理。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57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4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371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828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286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743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200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657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114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72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029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486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943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400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858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315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772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229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686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144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601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0058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515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0972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1430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1887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第5章 文件与异常处理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