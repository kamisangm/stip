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接下来我们重点学习python 核心原理、python 实践应用。对于每个知识点，我们不仅要理解概念定义，更要掌握其背后的原理和实际应用方法。请同学们注意做好笔记。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好的，以上就是核心内容的全部内容。我们学习了python 核心原理, python 实践应用等核心知识点。建议同学们课后整理笔记，建立自己的知识框架，并通过练习题来检验掌握程度。有任何疑问欢迎随时提问，我们下次课再见！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核心内容 - 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核心内容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核心内容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python 核心原理（概念）：理解其核心定义、原理和应用场景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python 实践应用（实践）：理解其核心定义、原理和应用场景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回顾本章核心：python 核心原理, python 实践应用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完成章节练习，检验学习效果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