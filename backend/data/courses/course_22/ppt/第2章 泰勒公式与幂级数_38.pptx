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接下来我们重点学习第2章引言、带佩亚诺余项的泰勒公式、带拉格朗日余项的n阶泰勒公式。对于每个知识点，我们不仅要理解概念定义，更要掌握其背后的原理和实际应用方法。请同学们注意做好笔记。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接下来我们重点学习泰勒公式的应用、函数展开成幂级数。对于每个知识点，我们不仅要理解概念定义，更要掌握其背后的原理和实际应用方法。请同学们注意做好笔记。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好的，以上就是第2章 泰勒公式与幂级数的全部内容。我们学习了第2章引言, 带佩亚诺余项的泰勒公式, 带拉格朗日余项的n阶泰勒公式等核心知识点。建议同学们课后整理笔记，建立自己的知识框架，并通过练习题来检验掌握程度。有任何疑问欢迎随时提问，我们下次课再见！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第2章 泰勒公式与幂级数 - 概述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第2章 泰勒公式与幂级数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第2章 泰勒公式与幂级数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第2章引言（概念）：理解其核心定义、原理和应用场景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带佩亚诺余项的泰勒公式（概念）：理解其核心定义、原理和应用场景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带拉格朗日余项的n阶泰勒公式（综合）：理解其核心定义、原理和应用场景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泰勒公式与幂级数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知识拓展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泰勒公式的应用（实践）：理解其核心定义、原理和应用场景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函数展开成幂级数（技能）：理解其核心定义、原理和应用场景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泰勒公式与幂级数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回顾本章核心：第2章引言, 带佩亚诺余项的泰勒公式, 带拉格朗日余项的n阶泰勒公式等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完成章节练习，检验学习效果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泰勒公式与幂级数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