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接下来我们重点学习go 核心原理、go 实践应用。对于每个知识点，我们不仅要理解概念定义，更要掌握其背后的原理和实际应用方法。请同学们注意做好笔记。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好的，以上就是核心内容的全部内容。我们学习了go 核心原理, go 实践应用等核心知识点。建议同学们课后整理笔记，建立自己的知识框架，并通过练习题来检验掌握程度。有任何疑问欢迎随时提问，我们下次课再见！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F3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"/>
            <a:ext cx="12191695" cy="228600"/>
          </a:xfrm>
          <a:prstGeom prst="rect">
            <a:avLst/>
          </a:prstGeom>
          <a:solidFill>
            <a:srgbClr val="0F3B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0"/>
            <a:ext cx="12191695" cy="228600"/>
          </a:xfrm>
          <a:prstGeom prst="rect">
            <a:avLst/>
          </a:prstGeom>
          <a:solidFill>
            <a:srgbClr val="0F3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5800"/>
            <a:ext cx="12191695" cy="228600"/>
          </a:xfrm>
          <a:prstGeom prst="rect">
            <a:avLst/>
          </a:prstGeom>
          <a:solidFill>
            <a:srgbClr val="103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228600"/>
          </a:xfrm>
          <a:prstGeom prst="rect">
            <a:avLst/>
          </a:prstGeom>
          <a:solidFill>
            <a:srgbClr val="103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143000"/>
            <a:ext cx="12191695" cy="228600"/>
          </a:xfrm>
          <a:prstGeom prst="rect">
            <a:avLst/>
          </a:prstGeom>
          <a:solidFill>
            <a:srgbClr val="103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371600"/>
            <a:ext cx="12191695" cy="228600"/>
          </a:xfrm>
          <a:prstGeom prst="rect">
            <a:avLst/>
          </a:prstGeom>
          <a:solidFill>
            <a:srgbClr val="114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600200"/>
            <a:ext cx="12191695" cy="228600"/>
          </a:xfrm>
          <a:prstGeom prst="rect">
            <a:avLst/>
          </a:prstGeom>
          <a:solidFill>
            <a:srgbClr val="1141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828800"/>
            <a:ext cx="12191695" cy="228600"/>
          </a:xfrm>
          <a:prstGeom prst="rect">
            <a:avLst/>
          </a:prstGeom>
          <a:solidFill>
            <a:srgbClr val="124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2057400"/>
            <a:ext cx="12191695" cy="228600"/>
          </a:xfrm>
          <a:prstGeom prst="rect">
            <a:avLst/>
          </a:prstGeom>
          <a:solidFill>
            <a:srgbClr val="1243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2286000"/>
            <a:ext cx="12191695" cy="228600"/>
          </a:xfrm>
          <a:prstGeom prst="rect">
            <a:avLst/>
          </a:prstGeom>
          <a:solidFill>
            <a:srgbClr val="12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2514600"/>
            <a:ext cx="12191695" cy="228600"/>
          </a:xfrm>
          <a:prstGeom prst="rect">
            <a:avLst/>
          </a:prstGeom>
          <a:solidFill>
            <a:srgbClr val="134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2743200"/>
            <a:ext cx="12191695" cy="228600"/>
          </a:xfrm>
          <a:prstGeom prst="rect">
            <a:avLst/>
          </a:prstGeom>
          <a:solidFill>
            <a:srgbClr val="134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2971800"/>
            <a:ext cx="12191695" cy="228600"/>
          </a:xfrm>
          <a:prstGeom prst="rect">
            <a:avLst/>
          </a:prstGeom>
          <a:solidFill>
            <a:srgbClr val="134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3200400"/>
            <a:ext cx="12191695" cy="228600"/>
          </a:xfrm>
          <a:prstGeom prst="rect">
            <a:avLst/>
          </a:prstGeom>
          <a:solidFill>
            <a:srgbClr val="144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3429000"/>
            <a:ext cx="12191695" cy="228600"/>
          </a:xfrm>
          <a:prstGeom prst="rect">
            <a:avLst/>
          </a:prstGeom>
          <a:solidFill>
            <a:srgbClr val="144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3657600"/>
            <a:ext cx="12191695" cy="228600"/>
          </a:xfrm>
          <a:prstGeom prst="rect">
            <a:avLst/>
          </a:prstGeom>
          <a:solidFill>
            <a:srgbClr val="154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3886200"/>
            <a:ext cx="12191695" cy="228600"/>
          </a:xfrm>
          <a:prstGeom prst="rect">
            <a:avLst/>
          </a:prstGeom>
          <a:solidFill>
            <a:srgbClr val="154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114800"/>
            <a:ext cx="12191695" cy="228600"/>
          </a:xfrm>
          <a:prstGeom prst="rect">
            <a:avLst/>
          </a:prstGeom>
          <a:solidFill>
            <a:srgbClr val="154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343400"/>
            <a:ext cx="12191695" cy="228600"/>
          </a:xfrm>
          <a:prstGeom prst="rect">
            <a:avLst/>
          </a:prstGeom>
          <a:solidFill>
            <a:srgbClr val="164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4572000"/>
            <a:ext cx="12191695" cy="228600"/>
          </a:xfrm>
          <a:prstGeom prst="rect">
            <a:avLst/>
          </a:prstGeom>
          <a:solidFill>
            <a:srgbClr val="164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4800600"/>
            <a:ext cx="12191695" cy="228600"/>
          </a:xfrm>
          <a:prstGeom prst="rect">
            <a:avLst/>
          </a:prstGeom>
          <a:solidFill>
            <a:srgbClr val="164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5029200"/>
            <a:ext cx="12191695" cy="228600"/>
          </a:xfrm>
          <a:prstGeom prst="rect">
            <a:avLst/>
          </a:prstGeom>
          <a:solidFill>
            <a:srgbClr val="17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5257800"/>
            <a:ext cx="12191695" cy="228600"/>
          </a:xfrm>
          <a:prstGeom prst="rect">
            <a:avLst/>
          </a:prstGeom>
          <a:solidFill>
            <a:srgbClr val="175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5486400"/>
            <a:ext cx="12191695" cy="228600"/>
          </a:xfrm>
          <a:prstGeom prst="rect">
            <a:avLst/>
          </a:prstGeom>
          <a:solidFill>
            <a:srgbClr val="1851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5715000"/>
            <a:ext cx="12191695" cy="228600"/>
          </a:xfrm>
          <a:prstGeom prst="rect">
            <a:avLst/>
          </a:prstGeom>
          <a:solidFill>
            <a:srgbClr val="1852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5943600"/>
            <a:ext cx="12191695" cy="228600"/>
          </a:xfrm>
          <a:prstGeom prst="rect">
            <a:avLst/>
          </a:prstGeom>
          <a:solidFill>
            <a:srgbClr val="185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172200"/>
            <a:ext cx="12191695" cy="228600"/>
          </a:xfrm>
          <a:prstGeom prst="rect">
            <a:avLst/>
          </a:prstGeom>
          <a:solidFill>
            <a:srgbClr val="195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6400800"/>
            <a:ext cx="12191695" cy="228600"/>
          </a:xfrm>
          <a:prstGeom prst="rect">
            <a:avLst/>
          </a:prstGeom>
          <a:solidFill>
            <a:srgbClr val="195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686800" y="-1371600"/>
            <a:ext cx="3657600" cy="3657600"/>
          </a:xfrm>
          <a:prstGeom prst="ellipse">
            <a:avLst/>
          </a:prstGeom>
          <a:solidFill>
            <a:srgbClr val="256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-1371600" y="5029200"/>
            <a:ext cx="2743200" cy="2743200"/>
          </a:xfrm>
          <a:prstGeom prst="ellipse">
            <a:avLst/>
          </a:prstGeom>
          <a:solidFill>
            <a:srgbClr val="256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71600" y="201168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</a:rPr>
              <a:t>核心内容 - 概述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384048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A8C8FA"/>
                </a:solidFill>
                <a:latin typeface="Microsoft YaHei"/>
                <a:ea typeface="Microsoft YaHei"/>
              </a:rPr>
              <a:t>核心内容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0" y="5852160"/>
            <a:ext cx="9418320" cy="13716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71600" y="5943600"/>
            <a:ext cx="9418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A8C8FA"/>
                </a:solidFill>
                <a:latin typeface="Microsoft YaHei"/>
                <a:ea typeface="Microsoft YaHei"/>
              </a:rPr>
              <a:t>核心内容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核心知识点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go 核心原理（概念）：理解其核心定义、原理和应用场景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go 实践应用（实践）：理解其核心定义、原理和应用场景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核心内容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本章总结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回顾本章核心：go 核心原理, go 实践应用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梳理知识体系，建立知识点之间的联系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完成章节练习，检验学习效果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思考：如何将本章知识应用到实际问题中？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核心内容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