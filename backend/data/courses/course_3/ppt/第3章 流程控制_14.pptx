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-else是C语言中最基本的选择结构。当条件成立时，执行if后的语句块，否则执行else后的语句块。注意，条件必须是一个逻辑表达式，结果为真或假。在实际编写中，如果语句块只有一条语句，可以省略大括号，但建议初学者总是加上大括号，以避免逻辑错误。特别要小心‘悬挂else’问题：else总是与最近的未匹配if结合。请看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条件判断的分支较多且基于单个变量的不同取值时，if-else链会显得冗长。switch语句提供了更清晰的多分支选择。注意：表达式的结果必须是整型或字符型。每个case后需要break跳出，否则会继续执行下一个case，这就是‘穿透’。在某些场景下，我们可以有意利用穿透来合并多个分支的代码。另外别忘了default分支，它处理所有未列出的情况，是一个好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循环结构让计算机发挥‘不知疲倦’的优势。while循环先判断条件，条件为真时才执行循环体；如果一开始条件为假，循环体一次都不执行。而do-while循环则先执行一次循环体，然后再判断条件是否继续。因此，do-while至少会执行一次。在实际选择时，如果可以确定需要至少执行一次，使用do-while更合理；否则用while。务必注意：循环条件更新要写在循环体内部，否则会造成死循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循环是C语言最常用的循环结构，特别适合于已知循环次数的情况。它的三个部分——初始化、条件判断和循环变量更新——都写在括号内，非常紧凑。初学者要理解循环的执行顺序：先初始化，然后判断条件，条件真则执行循环体，执行完后更新循环变量，再判断条件……依次重复。三个表达式都可以省略，但分号不能省，例如 for(;;) 表示死循环。在C99标准中，我们可以在初始化部分直接定义循环变量，如for(int i=0; i&lt;10; i++)。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循环执行过程中，有时我们需要提前退出循环（例如查找算法中找到目标时），或者跳过本次循环的剩余部分直接进入下一次循环。break关键字立即终止整个循环，并执行循环后面的代码。continue则跳过当前迭代中continue之后的所有语句，直接进入下一次循环的条件判断。请注意：break只能跳出当前的一层循环或switch，而continue只对包含它的最内层循环生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循环嵌套就是循环里面再套循环，外层循环每执行一次，内层循环要完整执行一轮。初学者要特别注意内外层循环的变量命名不能冲突，并且要清晰地分析总执行次数。例如打印一个矩形或九九乘法表就是典型的双层循环应用。本章最后，我们将通过一个综合习题来整合所学的知识，例如实现一个猜数字游戏（涉及随机数、循环、分支）或一个简单的菜单驱动程序。这是检验学习成果的好机会，建议大家动手编写并调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章核心内容已经全部讲完。我们系统学习了C语言中的流程控制语句，大家应该能够写出有‘判断’和‘循环’能力的程序了。课后请认真完成教材上的习题，并自己动手编写几个小程序来巩固。建议同学们尝试编写一个简单的计算器程序（支持加减乘除和退出），或者打印一个杨辉三角形，这些都能很好地锻炼流程控制能力。下一章我们将进入数组的学习，也就是能批量处理数据了。感谢大家，下课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本章概览：流程控制结构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第3章 流程控制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第3章 流程控制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if-else 条件语句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基本语法：if (条件) { 语句块1 } else { 语句块2 }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条件表达式：关系运算符（&gt; &lt; == != &gt;= &lt;=）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多层判断：else if 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注意事项：大括号的使用、悬挂else问题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流程控制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switch 多分支语句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适用场景：条件基于整型或字符型常量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语法：switch(表达式) { case 常量: ... break; ... default: ... }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break 的作用：跳出switch结构，防止‘穿透’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case 穿透：故意利用穿透实现多分支共享代码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流程控制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while 循环与 do-while 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while 语法：while(条件) { 循环体 } – 先判断后执行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do-while 语法：do { 循环体 } while(条件); – 先执行后判断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共同点：均需循环条件控制，避免死循环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区别：do-while至少执行一次循环体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流程控制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for 循环详解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语法：for(初始化; 条件判断; 循环变量更新) { 循环体 }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三个表达式均可以省略，但分号不能少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典型应用：计数循环、遍历数组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循环变量作用域：C99标准后可在初始化中定义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流程控制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break 与 continue 语句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break：立即跳出当前循环或switch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continue：跳过本次循环剩余语句，进入下一次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break 常用于提前终止循环（如找到目标后）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continue 用于过滤某些满足特定条件的迭代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流程控制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循环嵌套与综合编程实践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概念：一个循环体内包含另一个完整的循环结构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常见模式：九九乘法表、二维数组遍历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注意事项：内外循环变量不要冲突，理清执行次数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综合练习：猜数字游戏、菜单驱动程序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流程控制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本章总结与课程安排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学习了三大流程控制：顺序、选择、循环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选择结构：if-else 与 switch；循环结构：while、do-while、for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流程跳转：break 与 continue 的用法与区别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循环嵌套：理解内外层关系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课后练习：教材习题、编程实践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流程控制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