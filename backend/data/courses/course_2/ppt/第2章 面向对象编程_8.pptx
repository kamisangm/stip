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是对象的模板，对象是类的实例。在Java中，我们通过class关键字来定义一个类，类中包含了描述状态的数据（成员变量）和行为的方法。使用new来创建对象，构造方法用于初始化对象。理解对象在堆内存中的存在方式，以及变量名作为引用的概念，是面向对象编程的第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装是面向对象的核心之一，它把数据和操作数据的方法封装在一起，同时隐藏内部的实现细节。通过设置不同的访问权限（private、protected等），我们可以控制外部代码对类内部属性的访问。例如将age设为private，通过setAge方法验证年龄范围，这保证了数据的合法性和安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继承允许我们基于已有的类创建新类，子类可以自动拥有父类的非私有成员，从而减少重复代码。使用super可以调用父类的方法或构造方法。方法重写使得子类可以重新定义父类的行为，这是实现多态的前提。但继承也会增加耦合，因此需要合理设计，遵循里氏替换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态是面向对象的精髓所在。它使得同一个方法调用可以根据对象的实际类型产生不同的行为。在代码中，我们经常使用父类或接口类型的变量来引用子类对象，这样可以编写更通用、更灵活的程序。结合instanceof我们可以安全地进行类型转换，实现更加智能的分支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当我们需要定义一些抽象的公共行为，但不适合直接创建实例时，可以使用抽象类或接口。抽象类可以包含具体方法和成员变量，适合描述家族共性；而接口更强调契约，适合定义行为规范。Java 8之后接口支持默认方法和静态方法，两者更加灵活。选择时遵循‘优先使用接口，更抽象和松散耦合’的原则。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动手实践。我们将设计一个动物系统，包含抽象类Animal，以及Cat和Dog两个子类。每个动物都有名字和年龄（封装），通过构造方法初始化。Animal中定义一个抽象的makeSound，子类重写。再写一个动物行为展示方法showBehavior，接收Animal类型参数实现多态。最后我们定义一个Flyable接口，让某些动物实现它。通过这个案例，全面复习类、对象、封装、继承、多态和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我们系统学习了Java面向对象编程的核心机制。类与对象是构建应用的基础；封装保证了数据和实现的安全性；继承让我们高效复用代码；多态提供了灵活性和扩展性；抽象类和接口实现良好的分层设计。接下来在第三章中，我们将深入异常处理和泛型编程，敬请期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本章概述：为什么需要面向对象？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类与对象：面向对象的基石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类的定义：属性（成员变量）和行为（方法）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对象的创建：使用new关键字以及构造方法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对象的内存分配：堆与栈的基本理解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引用类型与基本数据类型的区别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封装与访问控制：保护内部细节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访问修饰符：private, default, protected, public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通过getter/setter方法访问私有属性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封装的好处：信息隐藏与安全性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实际案例：学生类的age属性控制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继承：代码复用与层次关系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extends关键字与父子类关系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子类继承父类的属性和方法（除private成员）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方法重写（Override）与super关键字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继承的优缺点：避免滥用继承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多态：同一接口，不同实现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多态的两种形式：编译时多态（重载）和运行时多态（重写）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向上转型：父类引用指向子类对象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instanceof 判断对象真实类型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多态的实际应用：参数化编程、回调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抽象类与接口：设计规约与契约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抽象类：使用abstract关键字，不能实例化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抽象方法：只有声明，没有方法体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接口：完全抽象的行为规范，使用implements实现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接口与抽象类的区别及选择场景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面向对象编程实践：综合案例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案例背景：设计一个简单的动物系统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定义Animal抽象类和Cat、Dog子类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封装动物属性，使用构造方法初始化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利用多态编写showBehavior方法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通过接口增加飞翔行为（Flyable）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本章小结：关键概念与核心要点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类与对象：理解模板与实例的关系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封装：使用访问控制保护数据完整性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继承：子类继承父类，实现代码复用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多态：父类引用调用子类重写的方法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抽象类与接口：定义规范，降低耦合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