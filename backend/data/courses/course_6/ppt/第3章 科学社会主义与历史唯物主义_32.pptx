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历史唯物主义是马克思主义哲学的核心。首先，社会存在——即物质生活资料的生产方式——决定了社会意识。其次，生产力与生产关系的矛盾是推动社会发展的根本动力。当生产关系从促进生产力变为阻碍生产力时，社会革命的时代就到来了。经济基础（生产关系的总和）决定上层建筑（政治、法律、意识形态等），但上层建筑也具有反作用。这些原理帮助我们科学地分析历史变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阶级不是从来就有的，它是生产力发展到一定阶段的产物。阶级的实质是不同社会集团对生产资料的占有关系不同，从而在劳动组织、分配方式上处于不同地位。阶级斗争是阶级社会发展的直接动力。在资本主义社会，无产阶级和资产阶级之间的矛盾是主要矛盾。无产阶级通过斗争，从自在阶级（自发反抗）转变为自为阶级（有组织的、自觉的政治力量），最终将推翻资本主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家不是永恒的，它是阶级矛盾不可调和的产物。本质上，国家是经济上占统治地位的阶级镇压被统治阶级的暴力机器。无产阶级革命的目标不是简单地夺取政权，而是要打碎旧的国家机器，建立无产阶级专政。在从资本主义到共产主义的过渡时期，仍需国家来镇压资产阶级的反抗和组织社会主义建设，直到阶级消灭，国家自行消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想社会主义者如圣西门、傅立叶、欧文深刻批判了资本主义，但他们看不到变革社会的物质力量，寄希望于天才人物和理性。马克思的两大发现——唯物史观和剩余价值学说——使社会主义从空想变为科学。唯物史观揭示了社会发展规律，剩余价值学说揭露了资本剥削的秘密。由此，社会主义不再是善良愿望，而是生产力发展的必然结果。科学社会主义强调生产资料公有制、按劳分配以及无产阶级革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产主义是马克思主义的远大理想。在共产主义社会，生产力高度发达，物质财富如泉涌；实行各尽所能、按需分配；阶级、国家、城乡差别、脑体差别全部消失；人从异化劳动中解放出来，个性全面发展。请注意，共产主义不是乌托邦，它是建立在对资本主义规律科学认识基础上的历史趋势。作为当代青年，我们应坚定信念，脚踏实地为这一目标奋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我们学习了历史唯物主义、阶级与国家理论、社会主义从空想到科学的发展以及共产主义理想。请同学们思考：为什么说唯物史观和剩余价值学说使社会主义成为科学？在当今时代，阶级斗争和无产阶级革命的理论还有现实意义吗？希望大家结合中国发展实际，深化对科学社会主义的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第3章 科学社会主义与历史唯物主义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科学社会主义与历史唯物主义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科学社会主义与历史唯物主义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历史唯物主义基本原理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社会存在决定社会意识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生产力与生产关系的矛盾运动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经济基础与上层建筑的辩证关系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社会形态更替的规律性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科学社会主义与历史唯物主义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阶级与阶级斗争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阶级的起源与本质：生产资料占有关系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阶级斗争是阶级社会发展的直接动力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无产阶级与资产阶级的矛盾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从自在阶级到自为阶级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科学社会主义与历史唯物主义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国家与革命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国家的起源与本质：阶级统治的工具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国家的基本职能：政治统治与社会管理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无产阶级革命与打碎旧的国家机器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从资本主义到共产主义的过渡时期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科学社会主义与历史唯物主义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社会主义从空想到科学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空想社会主义的贡献与局限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两大发现：唯物史观与剩余价值学说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社会主义从空想变为科学的基石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科学社会主义的基本原则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科学社会主义与历史唯物主义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共产主义远大理想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共产主义社会的基本特征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物质财富极大丰富，按需分配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阶级和国家消亡，三大差别消失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每个人的自由发展是一切人的自由发展的条件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科学社会主义与历史唯物主义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历史唯物主义是科学社会主义的哲学基础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阶级分析和国家理论是理解社会变革的钥匙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科学社会主义与空想社会主义的本质区别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坚定共产主义理想，立足现实实践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科学社会主义与历史唯物主义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