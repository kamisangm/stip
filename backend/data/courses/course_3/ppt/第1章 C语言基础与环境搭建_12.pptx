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C语言诞生于1972年，由Dennis Ritchie在贝尔实验室为编写UNIX系统而设计。它兼具高级语言的可读性和汇编语言的高效性，至今仍然是嵌入式系统、操作系统开发的主流语言。虽然语法相对严肃，但正是这种严谨帮助程序员打好坚实基础。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我们推荐在Windows系统下使用MinGW或Visual Studio Code搭建环境。首先下载安装包，然后按默认选项安装。如果有需要，记得在系统环境变量中添加GCC的bin目录路径。安装完成后，打开命令行窗口，输入gcc --version，如果显示版本信息，则代表环境配置成功。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每一个程序员都从Hello World开始。请打开你的编辑器，输入示例代码，保存为hello.c。接着在终端执行编译命令，如果没有错误，运行生成的可执行文件，你就看到了程序输出的问候语。这是检验环境是否配置成功的标准测试。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看一个简单的C程序，通常包含预处理指令、主函数和函数体。#include用于引入头文件，stdio.h提供了输入输出函数。main函数是唯一入口，花括号里的代码依次执行。每条语句末尾必须有分号，return 0表示程序执行成功。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注释是用来解释代码意图的文本，编译器不会执行它们。单行注释用 //，多行注释用 /* */。编码规范虽然没有统一标准，但通常要求使用一致的缩进（如4个空格），变量名有意义，不要出现难以理解的数字。好的规范极大提升代码可读性，减少出错。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今天我们学习了本章所有核心内容，希望大家动手编写并运行Hello World程序，并尝试扩展输出个人信息。如果遇到环境问题，请参照之前的步骤排查。下一章我们将深入变量与数据类型，这会让你真正开始操作数据，敬请期待。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第1章 C语言基础与环境搭建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第1章 C语言基础与环境搭建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第1章 C语言基础与环境搭建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C语言的历史与特点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诞生于1972年，由Dennis Ritchie在贝尔实验室设计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早期用于编写UNIX操作系统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特点：高效、灵活、可移植性强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缺点：语法严谨，对初学者有一定难度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C语言基础与环境搭建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开发环境安装与配置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推荐编译器：GCC（MinGW）、MSVC、Clang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集成开发环境（IDE）：Visual Studio Code、Dev-C++、Code::Blocks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安装步骤简述：下载、安装、配置环境变量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验证安装：在终端输入 gcc --version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C语言基础与环境搭建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第一个C程序：Hello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经典范例：在屏幕输出 Hello, World!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编写源代码，保存为 .c 文件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编译命令：gcc hello.c -o hello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运行命令：./hello （Windows下直接输入 hello）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C语言基础与环境搭建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程序的基本结构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预处理指令：如 #include &lt;stdio.h&gt;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主函数：int main() 是程序入口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函数体：用花括号 {} 包含的语句块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返回值：return 0; 表示正常结束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语句以分号 ; 结尾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C语言基础与环境搭建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注释与编码规范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单行注释：// 注释内容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多行注释：/* 注释内容 */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编码规范建议：缩进统一、命名清晰、避免魔法数字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良好的注释有助于代码维护和团队协作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C语言基础与环境搭建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本章小结与练习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回顾：C语言历史、环境搭建、第一个程序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理解程序结构、注释与编码规范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课后练习：编写一个输出自己名字和年龄的程序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预习提示：下一章将讲解变量、数据类型和运算符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C语言基础与环境搭建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