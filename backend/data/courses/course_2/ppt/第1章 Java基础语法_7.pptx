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介绍Java的八种基本数据类型及其取值范围和默认值，通过内存大小的比喻帮助学生直观理解。接着讲解变量是内存中的存储空间，必须声明数据类型后才能使用。重点强调隐式转换（小转大）和显式转换（大转小可能丢失精度）的区别，最后提醒标识符的命名规则和驼峰命名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生活化场景（如计算购物总价、判断成绩是否合格）引入各类运算符。重点演示整数除法与取模的区别，以及自增运算符的前置与后置差异。在逻辑运算符部分，要对比&amp;和&amp;&amp;的区别，强调短路求值对程序性能的影响。最后让学生尝试编写包含多种运算符的复合表达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说明程序设计的三种基本结构，重点放在选择结构和循环结构。通过“成绩等级划分”案例讲解if嵌套，用“菜单选择”案例讲解switch穿透现象及break的作用。循环部分以“打印九九乘法表”为例分别演示三种循环，并对比它们的适用场景。最后使用死循环+break的经典模式说明控制语句的配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“班级学生成绩平均分”问题引出数组需求，强调数组长度固定且元素类型一致。通过内存图示展示栈与堆中数组的存储方式，帮助学生理解引用类型。动态初始化的默认值（int为0，boolean为false等）要特别指出。最后通过冒泡排序代码演示，让学生掌握数组的基本操作逻辑，并尝试用增强for循环简化遍历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将本章所有知识点串联到一个综合案例中：首先用Scanner获取用户输入的成绩数组，然后遍历数组计算平均分、最高分和最低分，并使用流程控制判断每个分数对应的等级，最后统计优秀人数。通过思维导图的方式复习本节所有知识点，总结Java开发的基本套路：输入→处理→输出。鼓励学生课后独立完成简易计算器项目，将数据类型、运算符、流程控制与数组融会贯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Java语言概述与环境搭建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Java基础语法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Java基础语法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基本数据类型与变量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基本数据类型：整数型（byte/short/int/long）、浮点型（float/double）、字符型（char）、布尔型（boolean）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变量的声明与初始化：数据类型 变量名 = 值；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类型转换：自动类型提升与强制类型转换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标识符命名规范：字母、数字、下划线、美元符号，不能以数字开头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Java基础语法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运算符与表达式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算术运算符：+ - * / % 和自增自减（++/--）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赋值运算符：= 及复合赋值运算符（+=、-=、*=等）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关系运算符：==、!=、&gt;、&lt;、&gt;=、&lt;=，返回布尔值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逻辑运算符：&amp;&amp;、||、! 的短路特性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Java基础语法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流程控制语句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顺序结构：程序默认执行顺序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选择结构：if-else if-else 与 switch-case 的使用场景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循环结构：for、while、do-while 的语法与执行流程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控制跳转语句：break（跳出循环）、continue（跳过本次循环）、return（结束方法）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Java基础语法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数组的定义与使用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数组的概念：相同类型数据的连续内存空间，下标从0开始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数组的声明与初始化：静态初始化（int[] arr = {1,2,3}）和动态初始化（new int[5]）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数组的遍历：for循环、增强for循环（for-each）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数组常见操作：求最值、排序（冒泡排序思想）、查找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Java基础语法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综合案例与章节总结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综合案例：用户输入成绩并输出等级、统计优秀人数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本章核心知识点思维导图回顾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常见编译错误与调试技巧（语法错误、逻辑错误）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课后练习推荐：编写简易计算器、学生成绩管理系统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Java基础语法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