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理解端口是掌握传输层的第一步。每个网络应用通过唯一的端口号与传输层交互。复用/分解机制让多个应用可以共享同一网络连接，是实现并发通信的基础。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UDP协议简单快速，适用于能容忍少量丢包的实时应用。请注意，UDP不做重传和流量控制，因此应用程序需要自行处理可靠性，比如增加超时重传等机制。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TCP通过三次握手确保双方都准备好接收数据，防止历史连接干扰。四次挥手中，主动关闭方进入TIME_WAIT状态，等待2MSL确保所有报文消失。理解握手过程是分析网络问题的关键。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流量控制是端到端的，基于接收窗口（rwnd）；而拥塞控制是全局的，基于拥塞窗口（cwnd）。慢启动从指数增长开始，遇到丢包后进入线性增长的拥塞避免阶段，现代TCP如CUBIC还针对高带宽长距离网络做了优化。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通过`netstat`或`ss`命令可以查看当前系统的TCP连接状态。比如大量TIME-WAIT连接可能表明应用关闭频繁；SYN Flood攻击会导致大量半连接（SYN_RCVD状态），耗尽服务器资源。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实践是检验真理的唯一标准。启动Wireshark捕获本机访问网页的流量，过滤出HTTP协议后找到对应的TCP流，可以清晰看到三次握手和四次挥手的过程。如果出现重复ACK或快速重传，说明网络可能存在拥塞或丢包。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本节课我们深入学习了传输层两大协议。请同学们课后亲自用Wireshark抓包分析一次网页访问的TCP连接全过程，并思考为什么现代Web逐渐采用基于UDP的QUIC协议。下次课我们将进入网络层，探索IP路由的世界。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传输层服务：端口与复用/分解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端口号：16位整数，标识主机上的特定进程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知名端口（0-1023）、注册端口（1024-49151）、动态端口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复用：发送方从多个应用收集数据并封装成段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分解：接收方将段数据交付给正确的应用进程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UDP协议：无连接、不可靠但高效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UDP头部结构：源端口、目标端口、长度、校验和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特点：无连接、不保证可靠交付、无拥塞控制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适用场景：实时应用（视频、语音）、DNS查询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TCP协议：面向连接的可靠传输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TCP头部：序列号、确认号、标志位（SYN/ACK/FIN等）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三次握手建立连接（SYN→SYN-ACK→ACK）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四次挥手释放连接（FIN→ACK→FIN→ACK）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TCP的流量控制与拥塞控制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流量控制：滑动窗口机制，防止接收方被淹没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拥塞控制：慢启动、拥塞避免、快速重传、快速恢复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窗口大小动态调整：兼顾网络利用率和公平性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TCP连接状态分析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11种状态：LISTEN、SYN-SENT、ESTABLISHED、TIME-WAIT等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状态变迁图：客户端与服务器不同的状态路径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常见问题：TIME-WAIT过多、SYN Flood攻击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Wireshark抓包与TCP分析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抓包过滤器：host、tcp.port、tcp.flags.syn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分析三次握手：寻找SYN、SYN-ACK、ACK报文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观察序列号、确认号、窗口大小变化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识别丢包与重传（TCP Retransmission）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传输层为应用层提供端口复用与可靠或不可靠服务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UDP轻量快速，TCP可靠但复杂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TCP通过滑动窗口、拥塞控制、状态机保证传输质量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思考：如何用Wireshark验证TCP拥塞控制？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拓展阅读：QUIC协议如何融合UDP的速度与TCP的可靠性？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传输层与可靠通信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