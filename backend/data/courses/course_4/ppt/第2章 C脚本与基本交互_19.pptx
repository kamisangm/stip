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快速回顾C#脚本基础。在Unity中，每个脚本都是一个类，默认继承MonoBehaviour。变量用来存储数据，函数用来封装逻辑。注意public变量会暴露在Inspector面板，方便调试。掌握这些基本语法是编写游戏逻辑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oBehaviour生命周期是Unity脚本的核心。Awake和Start只执行一次，适合初始化。Update每帧执行，适合处理输入和移动。FixedUpdate与物理引擎同步，适合刚体力和碰撞处理。理解这些方法何时被调用，能帮助我们正确放置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让游戏对象响应键盘或手柄输入是实现交互的第一步。我们通常用Input.GetAxis获取平滑的轴值，用Transform.Translate来移动物体。注意一定要乘以Time.deltaTime，这样游戏在不同帧率下移动速度才一致。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碰撞检测是游戏物理交互的基础。两个物体必须都有Collider，并且至少一个有Rigidbody才能产生碰撞事件。如果勾选了Is Trigger，则变为触发器，不再产生物理碰撞，只触发事件。我们可以用这些事件实现拾取、开门、伤害等逻辑。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制体是Unity最强大的功能之一。你可以创建一个对象，将其保存为预制体，然后在代码中用Instantiate动态生成，例如生成子弹、敌人或道具。修改预制体源文件，场景中所有实例都会同步更新，极大提升开发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让我们把刚才学到的知识串联起来。我们将制作一个简单的收集游戏：玩家控制小球移动，碰到收集物后物体消失并增加分数。这个案例涵盖了输入控制、碰撞/触发器处理、预制体实例化和基本UI更新，是本章知识的综合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我们学习了C#脚本与基本交互的核心知识。从语法到生命周期，从输入控制到碰撞检测，再到预制体系统，每一步都是游戏开发不可或缺的技能。课后请大家动手完成小球收集案例，巩固所学内容。下节课我们将探讨更高级的交互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章节导览：C#脚本与基本交互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C#脚本基础语法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变量：声明与数据类型（int, float, string, bool等）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函数：定义与调用，参数与返回值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类：脚本即类，继承自MonoBehaviour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public与private访问修饰符的作用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MonoBehaviour生命周期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Awake：脚本实例化时调用，用于初始化引用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Start：第一帧更新前调用，用于游戏开始逻辑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Update：每帧调用，用于实时更新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FixedUpdate：固定时间间隔调用，用于物理计算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输入控制与物体移动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使用Input.GetAxis获取轴输入（Horizontal/Vertical）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使用Input.GetButton检测按键事件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通过Transform.Translate实现平移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结合Time.deltaTime保证帧率无关的移动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碰撞检测与触发器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Collider组件与刚体（Rigidbody）的关系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OnCollisionEnter：碰撞发生时触发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OnTriggerEnter：触发器重叠时触发（需勾选Is Trigger）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事件参数（Collision / Collider）的使用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预制体（Prefab）系统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预制体概念：可复用的游戏对象模板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创建预制体：从Hierarchy拖拽到Project窗口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实例化预制体：使用Instantiate()方法动态生成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预制体修改与关联：修改一处，所有实例同步更新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综合案例：小球移动与收集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创建玩家小球，添加刚体和碰撞体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编写移动脚本：获取输入并施加力或改变位置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创建收集物预制体，添加触发器脚本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实现碰撞消失与得分计数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C#脚本语法是Unity开发的基础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合理利用MonoBehaviour生命周期方法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输入控制实现物体移动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碰撞与触发器实现交互反馈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预制体系统让资源复用更高效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C#脚本与基本交互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