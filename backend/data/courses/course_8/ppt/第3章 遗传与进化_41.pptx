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DNA是遗传信息的载体。它的双螺旋结构非常稳定，碱基互补配对确保了复制的准确性。半保留复制使每个子代DNA都保留了一条母链，这是遗传稳定性的基础。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基因表达是生命活动的基础。转录产生可移动的信使RNA，翻译则将遗传信息转化为功能性蛋白质。请记住，基因表达不是一成不变的，细胞会根据需要开启或关闭特定基因。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孟德尔通过豌豆实验发现了遗传的基本规律。分离定律解释了为什么隐形性状会在后代中重新出现，自由组合定律则揭示了性状组合的多样性。这些定律是现代遗传学的基石。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自然选择是进化的主要机制。它并不是‘上帝之手’，而是一个基于遗传变异和生存竞争的统计过程。注意，自然选择作用于个体，但进化的结果是种群基因频率的改变。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进化不仅是一个理论，更有大量实证支持。化石记录了生命形态的变迁，DNA比较让我们能构建系统发育树。这些证据共同绘就了生命在地球上不断演化的壮丽画卷。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今天我们学习了遗传与进化的核心概念。请思考：如果DNA复制出现错误（突变），会对基因表达和进化产生什么影响？这是理解生物多样性和疾病机制的关键。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第3章 遗传与进化 概览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第3章 遗传与进化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第3章 遗传与进化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DNA的结构与复制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DNA由两条反向平行的多核苷酸链组成双螺旋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每条链由脱氧核糖、磷酸和碱基构成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碱基互补配对原则：A-T配对，C-G配对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DNA半保留复制：每条母链作为模板合成新子链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遗传与进化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基因表达：从DNA到蛋白质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转录：DNA → mRNA（在细胞核中进行）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翻译：mRNA → 蛋白质（在核糖体中进行）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遗传密码由三个碱基组成的密码子决定一个氨基酸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基因表达受调控，使细胞能适应环境变化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遗传与进化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孟德尔遗传定律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分离定律：等位基因在形成配子时彼此分离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自由组合定律：不同基因的等位基因独立分配到配子中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显性与隐性：显性基因掩盖隐性基因的表型效应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用Punnett方格预测后代基因型与表现型比例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遗传与进化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自然选择与适应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个体间存在遗传变异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环境压力下，有利变异的个体更易生存和繁殖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适者生存：有利性状在群体中频率逐渐增加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长期积累导致物种适应环境，形成新物种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遗传与进化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进化证据：生命演化的足迹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化石证据：过渡化石揭示物种间演化关系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比较解剖学：同源器官表明共同祖先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分子生物学：DNA序列相似性反映亲缘关系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生物地理学：地理隔离导致物种分化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遗传与进化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本章小结与思考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遗传信息从DNA经转录翻译到蛋白质，实现生命功能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孟德尔定律解释了遗传性状的传递规律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自然选择驱动种群向适应环境的方向进化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多重证据共同支撑进化理论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遗传与进化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