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让我们先来看模块与包管理。任何一个真实的Go项目，都离不开依赖管理。Go模块是官方推荐的方案，它通过go.mod文件来管理项目依赖。使用`go mod init`初始化项目后，我们可以通过`go get`来获取第三方库。这里要注意，依赖版本遵循语义化版本控制，比如`v1.2.3`，主版本号变化意味着不兼容的改动。另外，模块路径一般用域名开头，这样能保证全局唯一。在开发中，我们经常用`go mod tidy`来整理依赖，确保go.mod和go.sum文件干净。关于代码组织，大家要习惯将代码按功能拆分到不同包中，比如main包作为入口，其他业务逻辑按模块分包。记住，只有首字母大写的标识符才能被其他包引用，这是Go语言访问控制的核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接下来我们学习如何构建HTTP服务器。Go语言的标准库`net/http`非常强大，不需要第三方框架就能搭建一个完整的Web服务。核心是注册路由和处理函数，比如`http.HandleFunc("/hello", helloHandler)`，其中helloHandler必须符合固定的函数签名。启动服务器使用`http.ListenAndServe`，第一个参数是监听地址，第二个参数是路由处理器，通常传nil表示使用默认路由。但更推荐的做法是创建一个自定义的多路复用器，这样我们可以更精确地控制路由匹配规则。例如，`/api/`会匹配所有以/api/开头的路径。大家思考一下，如果我们需要记录每个请求的日志，应该如何实现？这就是中间件的应用场景了。在实际项目中，我们还需要考虑超时控制、TLS支持、优雅关闭等问题，这些后面会讲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构建真正的Web服务，我们通常采用RESTful风格设计API。大家可以将每个资源抽象为URL路径，比如/users代表用户资源，然后用不同的HTTP方法表示操作。Go标准库对REST支持较好，但路径参数需要自己解析，比如用`strings.Split`或正则表达式。更常见的是使用成熟的第三方路由库，但为了最佳实践，我们先掌握标准库方式。数据交换一般用JSON，注意在响应中设置`Content-Type: application/json`。中间件是Go HTTP编程中一个重要的设计模式，比如我们写一个日志中间件，它可以记录每个请求的耗时、方法、路径等信息。错误处理也很有讲究，不要直接把错误信息暴露给客户端，而是返回一个结构化的错误响应。好的，接下来我们要讨论如何让我们的服务能够高效处理大量并发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并发模式与同步的进阶内容。Go语言的原生goroutine非常强大，一个服务器可以轻松启动成千上万个goroutine。但并发带来了共享资源竞争的问题，比如多个请求同时修改一个计数器。我们需要用同步机制来保护临界区。最简单的就是互斥锁，但要注意不要忘记解锁，通常使用defer语句。对于读多写少的场景，读写锁性能更好。channel是Go中非常优雅的通信方式，无缓冲channel就像是同步传输，而有缓冲channel可以实现异步通信。大家一定要掌握生产者-消费者模式，这在Web服务中很常见，比如处理异步任务队列。另外，select语句可以同时监听多个channel，常用于实现请求超时。在HTTP服务中，每个请求本身就是运行在独立goroutine中的，因此要特别注意对共享变量的访问必须加锁或者使用原子操作。最后，不要忘记goroutine的优雅退出，使用context是最标准的方法。接下来我们聊聊如何调试和优化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最后一个核心模块是代码调试与性能优化。一个高质量的Go项目离不开完善的测试。Go语言内置的测试框架非常易用，我们不仅可以用`go test`做单元测试，还可以用Benchmark做基准测试，测量函数的执行时间和内存分配。除此之外，pprof是性能调优的利器，只要在代码中导入pprof包，就可以通过HTTP接口获取性能数据。比如在浏览器中访问/debug/pprof/heap，就能看到内存分配情况。然后可以用`go tool pprof`生成火焰图或调用图，直观地看到哪个函数消耗资源最多。trace工具则更适合分析goroutine的调度延迟。另外，大家要养成使用`go vet`进行静态检查的习惯，它可以发现很多潜在问题。在优化时，要重点关注内存分配次数和锁竞争，因为这两者通常是性能瓶颈。注意，优化一定要基于数据，不要盲目猜测，先用pprof定位问题，再有针对性地优化。最后给大家一个建议，在构建最终版本时，可以通过编译选项减小二进制文件体积，并用race检测器确保没有数据竞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理论学完了，我们来动手做一个实战项目：高并发短链接服务。这个项目虽然小，但五脏俱全。首先，我们用`go mod init`初始化项目，然后设计包结构。核心业务有三个接口：创建短链接、跳转和统计。存储方面我们先用内存实现，当然要保证并发安全，推荐使用sync.Map或者自己用读写锁保护一个普通的map。计数器可以用atomic包。对于短链接的生成，可以用哈希函数加冲突检测，注意性能。大家可以使用pprof检测一下，看看哪里是热点。另外，我们可以用sync.Pool来复用一些临时对象，减少GC压力。这个项目会让大家完整地体验从设计到实现再到优化的全过程。同学们课后可以动手写一写，然后运行pprof分析一下，相信对并发编程的理解会更深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我们来总结一下Go项目的最佳实践。首先，项目结构要清晰，社区推荐的标准结构大家要熟悉，比如cmd目录放主程序，internal目录放私有代码。代码一定要用gofmt格式化，这能省去很多不必要的麻烦。文档方面，不光是README，代码中的注释也很重要，Go的`go doc`命令可以自动生成文档。在依赖管理上，要克制，不要滥用第三方库，很多功能标准库已经提供了很好的支持。部署时，一定要实现优雅关闭，当收到操作系统信号（比如SIGTERM）时，先停止接收新请求，再等待正在处理的请求完成，最后退出。这样能保证服务升级时用户请求不丢失。好了，本章的内容就到这里，希望大家不仅掌握了Go语言的具体技能，更建立起工程化思维，写出高质量、可维护的Go代码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本章概览与学习目标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模块与包管理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Go模块（Module）是从Go 1.11版本引入的官方依赖管理方案，核心文件是go.mod，它记录了模块路径和依赖版本。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使用`go mod init &lt;模块名&gt;`初始化一个新模块，之后通过`go get &lt;包路径&gt;`添加或更新依赖，依赖版本遵循语义化版本控制（semver）。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包的导入路径必须唯一，通常使用域名/项目名作为模块路径，例如`github.com/username/project`，以避免命名冲突。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可以通过`go mod tidy`自动清理go.mod中未使用的依赖，并添加缺失的依赖，保持模块文件整洁。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在实际项目中，建议将代码按功能拆分为多个包（package），每个包放在单独的目录中，通过首字母大小写控制导出标识符。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HTTP服务器构建基础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Go标准库`net/http`提供了构建HTTP服务器所需的核心功能，包括路由、处理函数和中间件机制。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使用`http.HandleFunc("/path", handler)`注册路由，handler是一个签名为`func(w http.ResponseWriter, r *http.Request)`的函数。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`http.ListenAndServe(":8080", nil)`启动服务器，默认监听所有网络接口的8080端口；如果第二个参数为nil，则使用默认的多路复用器（DefaultServeMux）。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自定义多路复用器可以通过`http.NewServeMux()`创建，并支持更灵活的路径匹配，如精确匹配和前缀匹配（以'/'结尾）。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简单示例：一个Hello World服务器只需要几行代码即可运行，但生产级服务器还需考虑日志、超时、优雅关闭等。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高级HTTP特性与RESTful API设计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RESTful API设计遵循资源导向原则，使用HTTP方法（GET、POST、PUT、DELETE）对应CRUD操作，URL表示资源路径。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在Go中，可以通过路径参数解析实现动态路由，例如`/users/{id}`，需要手动解析URL路径或使用第三方库如gorilla/mux。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JSON是API最常用的数据格式，使用`encoding/json`包中的`json.NewEncoder(w).Encode(data)`序列化响应，`json.NewDecoder(r.Body).Decode(&amp;data)`解析请求体。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中间件是一种函数包装器，用于在请求处理前后执行公共逻辑（如日志、认证、限流），典型模式为`func(next http.Handler) http.Handler`。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错误处理在API中至关重要，应返回标准化的错误响应结构（如`{"error":"message","code":404}`），并设置正确的HTTP状态码。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并发模式与同步机制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除了基本锁，Go还提供了sync.RWMutex（读写锁），适用于读多写少的场景，允许多个读操作并发，写操作独占。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常见并发模式：生产者-消费者模式通过channel解耦，扇出（fan-out）模式和扇入（fan-in）模式用于高效分发和汇总任务。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使用`select`语句在多个channel上等待，实现超时控制、非阻塞通信和退出信号监听。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在HTTP服务中，每个请求自动运行在独立的goroutine中，但共享状态（如数据库连接池、计数器）需要并发安全。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避免goroutine泄漏：确保每个goroutine都能正常退出，常用方式是通过context.Context传递取消信号。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代码调试与性能优化工具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除了pprof，Go还提供了`go trace`工具，用于分析goroutine调度、网络阻塞和系统调用，以图形化时间线呈现。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静态分析工具如`go vet`和`golangci-lint`可以检测代码中的潜在错误和不规范写法，建议集成到CI流水线中。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性能优化基本策略：避免不必要的内存分配（如使用对象池sync.Pool）、减少锁竞争、使用并发安全的原子操作。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使用`go build -ldflags="-s -w"`减小二进制文件体积，并通过`go build -race`检测数据竞争条件。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在实战项目中，应定期进行性能测试，使用pprof定位热点函数，然后针对性地优化，避免过早优化。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实战演练：构建一个高并发短链接服务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综合应用本章知识点：使用模块管理、RESTful API、并发安全、性能优化，构建一个短链接生成与跳转服务。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项目结构：main.go（入口）、handler.go（HTTP处理函数）、store.go（内存存储，使用sync.RWMutex保证并发安全）、go.mod（依赖管理）。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核心功能：POST /shorten生成短链接，GET /{shortCode}跳转至原链接，并提供访问统计接口。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并发安全：存储使用sync.Map或带锁的map，计数器使用atomic.Int64，每个请求独立goroutine中处理。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性能优化：使用内存池减少短链接生成时的字符串拼接开销，并通过pprof分析热点函数，优化哈希计算。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Go项目最佳实践与总结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项目结构遵循Go官方约定：cmd/（可执行文件入口）、internal/（私有包）、pkg/（可复用包）、api/（API定义）、config/（配置）。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代码风格统一使用`gofmt`（官方格式化工具），保持团队协作一致性，避免无意义的代码格式争论。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编写清晰的文档：每个公共类型和函数都应有注释，使用`go doc`生成文档，并维护一个README.md说明项目用途和运行方式。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依赖管理：定期更新依赖版本，审查间接依赖，避免使用过多的第三方包（保持依赖最小化），优先使用标准库。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部署与运维：使用Graceful Shutdown（优雅关闭）处理信号，通过`http.Server`的Shutdown方法实现，确保请求处理完成后再退出。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项目实战与最佳实践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