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这一页帮大家建立数据链路层的整体框架。简单说，物理层传比特，数据链路层保证这些比特组成正确的帧，并且能发现和纠正错误，同时控制数据流动速度。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同学们，MAC地址就像每个设备的身份证，固化在网卡里。当数据帧在以太网中传输时，交换机会读取帧中的MAC地址来决定转发端口，而不是像集线器那样盲目广播。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重点理解交换机的自学习和转发逻辑。它不像集线器简单复制信号，而是会建立一张动态MAC表。如果表中找不到目标，就广播查找。这既提高了效率，也带来了广播风暴风险，后面会讲如何用VLAN隔离。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实践环节，我们将用模拟软件（如Packet Tracer）来配置VLAN。记住：不同VLAN间的通信必须要三层设备（路由器或三层交换机）辅助。VLAN使得网络更灵活、更安全，是现代园区网的基础。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今天我们覆盖了从物理信号到局域网逻辑划分的完整链路。请大家课后思考这个故障排查问题，下节课我们分析。同时，尝试在模拟环境中手动配置一个包含2个VLAN的小网络。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物理层基本概念：信号与编码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第2章 物理层与数据链路层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第2章 物理层与数据链路层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数据链路层功能概述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数据链路层位于物理层之上，为网络层提供可靠数据传输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核心功能：成帧（将比特流封装为帧）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差错控制：CRC（循环冗余校验）检测并重传错误帧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流量控制：防止发送方过快淹没接收方（如滑动窗口协议）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典型协议：HDLC、PPP、以太网协议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物理层与数据链路层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以太网与MAC地址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以太网是最流行的局域网技术，采用CSMA/CD访问控制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MAC地址是网卡的物理地址，48位，全球唯一（如00:1A:2B:3C:4D:5E）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帧结构：目的MAC + 源MAC + 类型 + 数据 + CRC（共最小64字节）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交换机通过学习源MAC地址建立MAC地址表，实现智能转发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物理层与数据链路层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交换机工作原理详解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交换机工作在数据链路层，基于MAC地址转发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三种转发方式：存储转发（完整接收后检错）、直通转发（只读目标地址）、无碎片转发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自学习过程：接收帧时记录（发送方MAC，对应端口）到MAC表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广播与未知帧：目标MAC不在表内时，向所有端口（除接收端口）泛洪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优点：隔离冲突域，提高网络利用率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物理层与数据链路层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VLAN配置实践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VLAN（虚拟局域网）将物理网络划分成多个逻辑子网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作用：广播域隔离、提高安全性、简化网络管理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配置步骤：创建VLAN ID（如VLAN 10）、划分端口、设置Trunk（跨交换机通信）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示例：在Cisco交换机上：'vlan 10' → 'interface f0/1' → 'switchport access vlan 10'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验证：通过 show vlan brief 查看VLAN信息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物理层与数据链路层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本章小结与思考题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物理层：信号类型、编码方式、传输介质选择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数据链路层：成帧、差错控制、流量控制、以太网与MAC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交换机：学习、转发、广播机制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VLAN：划分逻辑子网，隔离广播域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思考：如果两台PC配置相同VLAN但无法通信，可能的原因是什么？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物理层与数据链路层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