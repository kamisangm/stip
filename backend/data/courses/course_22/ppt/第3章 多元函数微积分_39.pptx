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接下来我们重点学习第3章引言、多元函数与偏导数、全微分与链式法则。对于每个知识点，我们不仅要理解概念定义，更要掌握其背后的原理和实际应用方法。请同学们注意做好笔记。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接下来我们重点学习方向导数与梯度、重积分、曲线积分与曲面积分。对于每个知识点，我们不仅要理解概念定义，更要掌握其背后的原理和实际应用方法。请同学们注意做好笔记。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好的，以上就是第3章 多元函数微积分的全部内容。我们学习了第3章引言, 多元函数与偏导数, 全微分与链式法则等核心知识点。建议同学们课后整理笔记，建立自己的知识框架，并通过练习题来检验掌握程度。有任何疑问欢迎随时提问，我们下次课再见！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第3章 多元函数微积分 - 概述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第3章 多元函数微积分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第3章 多元函数微积分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194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第3章引言（概念）：理解其核心定义、原理和应用场景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多元函数与偏导数（概念）：理解其核心定义、原理和应用场景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全微分与链式法则（技能）：理解其核心定义、原理和应用场景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多元函数微积分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知识拓展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194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方向导数与梯度（概念）：理解其核心定义、原理和应用场景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重积分（技能）：理解其核心定义、原理和应用场景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曲线积分与曲面积分（概念）：理解其核心定义、原理和应用场景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多元函数微积分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回顾本章核心：第3章引言, 多元函数与偏导数, 全微分与链式法则等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完成章节练习，检验学习效果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多元函数微积分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