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插入排序的思想是将待排序元素插入到已排序序列的合适位置。直接插入排序实现简单且稳定，适合少量数据。希尔排序通过增量分组使数组局部有序，再整体插入，效率更高但不稳定。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交换排序通过比较并交换元素位置来排序。冒泡排序是教学经典，适合小规模数据。快速排序采用分治策略，效率高，是最常用的内排序方法，但需要注意最坏情况下的优化。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选择排序的核心是每趟选出最小（或最大）元素。简单选择排序直观但慢。堆排序利用完全二叉树的堆结构，能在O(n log n)内完成排序，且不需要额外空间，适合数据量大的场景。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归并排序将序列递归分成两半，排序后再合并，是稳定的外部排序基石。基数排序不基于比较，而是根据关键字各位进行分配，性能优秀但受限于数据类型。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每个排序算法都有其特性和适用场景。时间、空间、稳定性是三大关键指标。实际工作中需结合数据规模、是否要求稳定、内存限制等因素综合选型，没有万能算法。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排序是算法设计的重要基础。希望大家课后动手实现每个算法，并分析其性能。通过对比学习，理解不同排序策略的设计哲学。思考题帮助大家深入理解快速排序的改进方法。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排序概述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第6章 排序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插入排序：直接插入与希尔排序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直接插入排序：依次将元素插入已有序序列，平均O(n²)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希尔排序：分组插入，逐步缩小增量，打破O(n²)瓶颈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直接插入稳定，希尔不稳定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适用场景：小规模或部分有序数据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交换排序：冒泡排序与快速排序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冒泡排序：相邻比较交换，每一趟将最大元素冒到最后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快速排序：选基准，分治递归，平均O(n log 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冒泡稳定，快速不稳定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应用：快速排序是实际中最快的通用排序之一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选择排序：简单选择与堆排序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简单选择排序：每趟选最小元素放前面，O(n²)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堆排序：利用堆结构选极值，O(n log n)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两者都不稳定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堆排序适合大规模数据，尤其需要最坏情况保证时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归并排序与基数排序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归并排序：分治合并，稳定，O(n log n)，需额外空间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基数排序：按位分配收集，稳定，O(d*(n+rd))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归并适用于大规模数据及外部排序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基数排序适合整数或定长字符串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排序算法综合比较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时间复杂度：快速、堆、归并O(n log n)；其它O(n²)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空间复杂度：归并O(n)，快速O(log n)，其余O(1)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稳定性：插入、冒泡、归并、基数稳定；希尔、快速、堆不稳定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选型建议：数据量小用插入；一般用快速；要求稳定用归并；最坏情况用堆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总结与思考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重点掌握每种算法的思想、过程与代码实现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会手动模拟排序过程，区分稳定性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能根据实际需求选择合适算法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思考：如何优化快速排序避免最坏情况？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第6章 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