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讲解两种最常用的图存储方式。邻接矩阵适合稠密图，空间复杂度O(n²)；邻接表适合稀疏图，空间复杂度O(n+e)。强调根据图的特点选择合适的存储结构。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深度优先搜索类似树的前序遍历，利用栈结构实现。演示递归与迭代两种方式，并分析时空复杂度。强调DFS在解决连通性、环检测等问题中的重要性。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广度优先搜索利用队列按层访问顶点，常用于求解无权图中的最短路径。对比DFS与BFS的遍历顺序和适用场景，引导学生理解两种搜索策略的本质差异。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介绍两种经典最小生成树算法。Prim适合稠密图，维护顶点集；Kruskal适合稀疏图，依赖边的排序与并查集。通过实例演示算法执行过程，并分析选择依据。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Dijkstra算法是图论中最核心的最短路径算法之一。强调贪心思想：每次选择当前距离最小的顶点加入集合。通过示例演示松弛操作，并提醒负权边的情况需换用其他算法。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拓扑排序只适用于有向无环图。讲解Kahn算法的队列实现步骤，以及DFS深度优先遍历后逆序输出的方法。通过实际生活例子（如大学课程先修关系）帮助理解应用场景。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图的基本概念与术语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图的存储结构：邻接矩阵与邻接表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邻接矩阵：二维数组表示顶点间邻接关系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邻接矩阵优点：判断任意两点边是否存在O(1)，适合稠密图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邻接表：顶点表+边链表，节省存储空间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邻接表优点：遍历邻接点高效，适合稀疏图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对比两种存储结构的时间与空间复杂度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图的深度优先搜索（DFS）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DFS思想：尽可能深地探索分支，回溯后再探索其他分支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递归实现：借助递归栈或显式栈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访问标记数组防止重复访问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时间复杂度：邻接表O(n+e)，邻接矩阵O(n²)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应用：连通分量检测、拓扑排序、环检测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图的广度优先搜索（BFS）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BFS思想：逐层访问，先访问距离近的顶点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使用队列实现层次遍历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与DFS的区别：横向 vs 纵向搜索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时间复杂度：邻接表O(n+e)，邻接矩阵O(n²)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应用：最短路径（无权图）、二分图判断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最小生成树：Prim算法与Kruskal算法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最小生成树定义：连通网中权值最小的生成树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Prim算法：从顶点出发，逐步扩展，适合稠密图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Prim算法时间复杂度：O(n²)（邻接矩阵）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Kruskal算法：按边权递增选取，适合稀疏图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Kruskal算法时间复杂度：O(elog e)（并查集实现）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最短路径：Dijkstra算法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单源最短路径问题：从一个顶点到其余顶点的最短路径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Dijkstra算法：贪心策略，逐步确定最短距离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适用于非负权图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时间复杂度：O(n²)（邻接矩阵），堆优化O((n+e)log 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无法处理负权边（需使用Bellman-Ford）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拓扑排序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拓扑排序定义：有向无环图中顶点的一种线性排序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条件：若存在边 u→v，则排序中 u 在 v 之前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算法：Kahn算法（基于入度）与DFS后序法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Kahn算法步骤：不断删除入度为0的顶点及其出边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应用：任务调度、课程安排、编译依赖分析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