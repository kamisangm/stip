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，欢迎来到第6章综合实践项目。本章我们将把前面学到的Python知识综合运用到一个完整的项目中。项目流程遵循软件开发的经典生命周期，包括需求分析、系统设计、编码实现、调试测试与性能优化。希望大家通过这个项目，真正掌握从问题到代码的完整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分析是项目的起点。我们首先要搞清楚：这个程序到底要完成什么任务？用户是谁？输入什么信息，期望得到什么结果？例如，如果我们要做一个“学生成绩管理系统”，就要列出添加、查询、修改、统计等具体功能。可以把需求分为功能需求和非功能需求，并用简单的语言写出用户故事，帮助我们聚焦真实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阶段是项目的蓝图。我们先把大问题拆成小模块，每个模块负责一块独立的功能。例如数据模块负责读取和保存文件，业务模块负责计算与逻辑判断。然后确定数据如何存储，是用列表、字典还是外部文件？最后画出流程图或者写出伪代码，确保每一步的逻辑都清晰无误。设计得好，编码就会事半功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编码时建议从简单的模块开始，先实现核心功能再添加细节。每写一小段代码就运行测试，及时发现错误。Python的常见报错如SyntaxError、TypeError、IndexError等，要读懂错误提示并回溯到对应行。熟练使用PyCharm、VS Code的调试器，可以设置断点、单步执行、观察变量变化，快速找到逻辑问题。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不是最后才做的工作，而是贯穿整个开发过程。测试要覆盖正常功能、边界情况（比如列表为空、数值为0或很大）以及异常输入（用户输入字母而不是数字）。对于关键函数，可以使用Python的unittest或pytest模块编写自动测试用例，这样每次修改代码后都可以快速回归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程序能正确运行后，我们可以思考如何让它跑得更快、更容易看懂。例如，把重复的代码段提取成函数，把复杂的列表推导式代替循环，把硬编码的数值改为常量。使用timeit可以精确测量一小段代码的执行时间，cProfile能告诉我们程序在哪些函数上花的时间最多，帮助我们有针对性地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我们以“简单记账本”为例。需求包括添加收支、显示余额、查看所有记录、退出程序。设计上拆成菜单循环、数据存储和业务计算三个模块。每条记录用字典表示{'类型':'收入','金额':1000,'备注':'工资'}，所有记录存在列表中。文件使用CSV格式方便用Excel打开。大家可以尝试自己实现这个项目，再不断添加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完整走了一遍项目开发的流程。希望大家养成好习惯：先想清楚再动手，边写边测，写完再优化。如果觉得函数式编程不够清晰，可以尝试用类来封装数据和操作。课后鼓励大家独立完成一个自己感兴趣的项目，比如猜数字游戏、待办事项清单、简易计算器等，把知识真正转化为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本章导览：综合实践项目概览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项目目标：综合运用Python基础语法与核心编程思想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项目流程：需求分析 → 设计 → 编码 → 调试 → 测试 → 优化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核心知识点：需求分析、代码实现、测试优化三大环节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第一阶段：项目需求分析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明确项目要解决什么问题、服务谁、输入输出是什么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分解用户需求：功能需求（做什么）与非功能需求（性能、易用性）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编写需求文档：采用用例或用户故事描述典型使用场景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第二阶段：系统设计（结构与流程）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模块划分：将系统拆分为若干功能模块（如数据管理、界面、业务逻辑）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设计数据存储结构：定义变量、列表、字典或文件存储方案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绘制流程图或伪代码：理清程序执行顺序与分支逻辑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第三阶段：代码实现与调试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分模块编写代码：自顶向下或自底向上逐步实现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利用print输出变量、断言语句、IDE调试工具定位错误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常见错误：语法错误、运行异常（ValueError、IndexError等）、逻辑错误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第四阶段：测试策略与方法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测试目的：验证程序正确性、稳定性与边界表现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测试类型：功能测试（是否满足需求）、边界测试（极端输入）、异常测试（错误输入）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测试手段：手动测试、编写单元测试用例（如unittest模块）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第五阶段：性能优化与代码重构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性能优化：减少重复计算、选择高效算法、避免不必要的循环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代码重构：提高可读性（变量命名、注释）、复用性（函数拆分）、维护性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优化工具：timeit模块测量执行时间，cProfile找出性能瓶颈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项目实践示例：简单记账本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需求：记录收支、查询余额、查看历史流水、数据持久化（文件存储）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设计：菜单模块、数据模块（读取/写入CSV）、业务模块（计算合计）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实现：用字典存储单条记录，列表存储所有记录，文件使用json或csv格式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本章小结与拓展思考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回顾：需求 → 设计 → 编码 → 调试 → 测试 → 优化的完整流程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拓展：尝试使用面向对象编程（类）组织项目代码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鼓励：自主选题，开发一个小型Python应用（如猜数字、待办清单）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