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我们首先思考一个问题：为什么有了数组，Java还要设计集合框架呢？大家回忆一下，数组一旦创建，长度就固定了，比如int[] arr = new int[10]; 如果我们需要存储第11个元素，数组就无能为力了。而且数组的增删操作非常麻烦，需要手动移动元素。集合框架则解决了这些痛点：它提供了动态扩容的List、自动去重的Set、键值对映射的Map等容器。更重要的是，集合框架遵循统一的接口规范，比如Collection接口定义了所有单列集合的通用方法，我们学习一个方法就能应用到ArrayList、LinkedList、HashSet等多个类中，大大减轻了学习负担。想象一下，如果你正在开发一个电商系统的购物车，用户随时可能添加或删除商品，用ArrayList最合适；如果你要统计网站独立访客的IP地址，用HashSet可以自动去重。集合框架是开发中的必备武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我们来认识Collection接口，它是整个集合框架的根基。Collection代表一组元素的集合，就像一个小仓库，你可以往里放东西，也可以取出来或检查有没有某样东西。常见的操作有添加、删除、获取大小、判断是否包含某个元素等。这里要特别强调：Collection是单列集合的接口，也就是说里面存储的是一个个单独的元素；而Map接口是双列的，存储键值对，它们俩是平行的关系。Collection下面有两个重要的子接口：List和Set。List是有序可重复的，就像超市货架上的商品，按顺序摆放，允许有相同的商品；Set是无序不可重复的，就像一个独特的藏品柜，每个藏品只有一件。所有实现了Collection接口的类，都继承了一套统一的遍历方式，就是后面要学的迭代器。所以掌握Collection，就掌握了大部分集合操作的共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对比一下List和Set。大家看左边，List就像是一排有编号的座位，每个人按顺序坐下，并且允许两个人有相同的名字。List有两个最常用的实现：ArrayList底层是数组，查询速度极快，但中间插入删除较慢；LinkedList底层是双向链表，增删头尾元素很快，但随机访问较慢。而右边的Set就像是一个会员制俱乐部，只允许独一无二的人加入，重复的人会被拒绝。HashSet采用哈希表实现，添加和查询都很快，但元素顺序不可预测；TreeSet会对元素自动排序，但性能略低。在实际开发中，如果你需要保持元素的添加顺序，比如记录用户的操作日志，用ArrayList；如果你需要过滤掉重复的邮件地址，用HashSet。选择哪一个取决于具体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进入Map的世界。想象一下，你有一个电话本，每个联系人（键）对应一个电话号码（值），通过人名就能快速找到号码。Map就是这样的映射关系。它不继承Collection，是独立的接口。Map的键是唯一的，就像学号不能重复；而值可以重复，比如不同学号的学生可能同名。Map最常用的实现是HashMap，它基于哈希表实现，查找速度非常快，时间复杂度接近O(1)。如果你需要按键的自然顺序进行遍历，可以用TreeMap；如果你需要保持键的插入顺序，可以用LinkedHashMap。遍历Map时，我们可以先通过keySet()方法获取所有键的集合，然后再遍历键获取值；更高效的方式是用entrySet()方法直接获取键值对对象。在日常开发中，Map几乎无处不在：缓存数据、配置管理、数据分组等，掌握它是必须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有没有遇到过这样的尴尬：从集合中取出一个对象，强转成想要的类型，结果运行时抛出ClassCastException？泛型就是为了解决这个问题而生的。泛型可以理解为“类型的参数化”，就像方法参数可以传不同的值，泛型可以让类或方法接受不同的类型。在集合中，我们通常这样使用：List&lt;String&gt;表示这个列表只能装字符串，如果你试图添加数字，编译器直接报错。这样就避免了运行时隐患。另外，泛型还提供了通配符机制，比如方法参数写成List&lt;?&gt;可以接收任何类型的List；如果希望只读不能写，可以用? extends T；如果希望写入但只读父类，可以用? super T。需要注意的是，Java的泛型是编译期实现的，运行时会被擦除，所以基本类型要用包装类替代。掌握了泛型，你的代码将更加健壮和优雅。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来学习迭代器。迭代器是一种设计模式，它提供一种方法来访问一个容器对象中的各个元素，而又不需要暴露该对象的内部细节。在Java中，每个Collection都提供了一个iterator()方法返回Iterator对象。它的使用非常标准：先调用hasNext()判断是否还有元素，再通过next()获取下一个。一个常见的陷阱是，在迭代过程中如果直接调用集合的remove()方法，会引发并发修改异常。正确的做法是使用迭代器自身的remove()方法。增强for循环虽然写起来简洁，但本质也是迭代器，所以同样不能通过集合删除元素。当我们需要在遍历时安全删除时，建议显式使用Iterator。另外，对于List，还有一个更强大的ListIterator，它支持双向遍历和修改元素。总的来说，迭代器是贯穿整个集合框架的钥匙，掌握了它，你就掌握了遍历所有集合的通用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我们快速回顾一下本章的内容。首先，集合框架分为两大体系：Collection和Map。Collection是所有单列集合的父接口，它下面有List和Set。List有序可重复，适合需要保持插入顺序且可以有重复的场景；Set无序不可重复，适合去重。Map存储键值对，键唯一，值可重复。咱们重点掌握了它们的常用实现类：ArrayList、LinkedList、HashSet、TreeSet、HashMap。然后我们学习了泛型，它让集合变得类型安全，避免了运行时类型转换异常。最后是迭代器，它提供了一种标准的方式来遍历各种集合，特别是当你需要在遍历时删除元素时，一定要使用迭代器的remove方法。最后给大家留一个思考题：如果需求是存储一组学生对象，并按照年龄从小到大排序，而且允许年龄相同的学生存在，应该选用哪种集合？想一想，TreeSet可以排序但不允许重复，而年龄可能重复，所以不能用。一个合适的方案是使用ArrayList结合Collections.sort()或者使用TreeMap按年龄分组？这个问题留给大家课后讨论。下一章我们将学习异常处理，敬请期待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驾驭数据：Java集合框架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为什么需要集合框架？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数组虽然可以存储对象，但长度固定且无法自动扩容，难以应对动态数据场景。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集合框架提供了List、Set、Map等容器，支持自动扩容、排序、去重等高级操作。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集合框架基于一组统一的接口（Collection和Map），开发者可以轻松切换不同实现类。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举例：购物车中的商品数量动态变化，用ArrayList比数组更灵活；统计不重复的IP地址用HashSet。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Collection接口：集合的根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Collection是Java集合框架中单列集合的顶级接口，定义了集合最基本的操作（添加、删除、遍历等）。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常用的子接口有List（有序可重复）和Set（无序不可重复），Map不继承Collection，属于双列体系。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重要方法包括：add(E e)、remove(Object o)、size()、isEmpty()、contains(Object o)等。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注意：Collection是一个接口，不能直接实例化，需要使用其实现类如ArrayList、HashSet等。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所有Collection的实现类都支持通过迭代器（Iterator）遍历元素。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List与Set：有序 vs 唯一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475488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486400" cy="4754880"/>
          </a:xfrm>
          <a:prstGeom prst="roundRect">
            <a:avLst/>
          </a:prstGeom>
          <a:solidFill>
            <a:srgbClr val="E8F9F3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List（列表）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486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Set（集合）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元素有序（按插入顺序），允许重复，可以通过索引访问。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常用实现类：ArrayList（基于动态数组，查询快）、LinkedList（基于双向链表，增删快）。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适用场景：需要保持插入顺序、允许重复数据、频繁按索引取值的场景。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元素无序（不保证顺序），不允许重复（基于equals和hashCode判断）。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常用实现类：HashSet（基于哈希表，读写快）、TreeSet（基于红黑树，可排序）。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适用场景：去重、快速判断元素是否存在、不需要重复数据的场景。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73152" cy="475488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Map接口：键值对映射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Map是双列集合的顶级接口，存储键值对（key-value），每个键最多映射一个值。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键不可重复（重复则覆盖），值可以重复。常用方法：put(K,V)、get(Object key)、remove(Object key)、containsKey(Object key)。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主要实现类：HashMap（基于哈希表，最常用）、TreeMap（基于红黑树，键有序）、LinkedHashMap（保持插入顺序）。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遍历Map的常用方式：使用keySet()获取键集，或用entrySet()获取键值对集合。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在实际开发中，Map应用极为广泛，如学生信息表（学号→姓名）、配置属性（键→值）等。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泛型：让集合更安全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泛型是JDK 5引入的重要特性，允许在定义类、接口、方法时指定类型参数，增强代码复用和类型安全。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在集合中使用泛型可以避免类型转换异常：例如List&lt;String&gt; list = new ArrayList&lt;&gt;(); 只能添加String类型。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泛型通配符：? 表示任意类型，? extends T 表示T或T的子类，? super T 表示T或T的父类。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使用泛型后，从集合中取出元素时无需强制类型转换，编译器自动检查类型一致性。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注意事项：泛型不支持基本类型，必须使用包装类（如Integer、Double）；在静态方法中不能使用类的泛型参数。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迭代器：统一的遍历方式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Iterator是Java集合框架中的专用遍历接口，提供了统一的遍历机制，适用于所有Collection实现类。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核心方法：boolean hasNext()检查是否还有下一个元素；E next()返回下一个元素；void remove()移除当前元素。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使用迭代器遍历集合时，不能在迭代过程中直接调用集合的remove()方法，否则会抛出ConcurrentModificationException。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增强for循环（foreach）底层就是使用迭代器实现的，但无法在循环中删除元素。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迭代器适用于需要安全删除元素、或不了解底层数据结构的场景；对于List，还可以使用ListIterator支持双向遍历。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本章总结：集合框架核心要点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集合框架分为单列（Collection体系）和双列（Map体系），Collection下有List（有序可重复）和Set（无序不可重复）。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List常用ArrayList和LinkedList，Set常用HashSet和TreeSet，Map常用HashMap。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泛型为集合提供了编译期类型安全，避免强制转换异常。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迭代器是统一的遍历工具，注意遍历时删除元素必须使用迭代器自身的remove方法。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28800" y="530352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7280" y="534924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07007" y="5458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03120" y="5394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思考题：如果需求是“按学生的年龄从小到大排序并存储，且年龄可重复”，应该选择哪种集合？为什么？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