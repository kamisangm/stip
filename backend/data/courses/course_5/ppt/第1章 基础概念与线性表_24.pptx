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本节讲解算法复杂度分析。时间复杂度衡量算法运行时间随输入规模增长的趋势，空间复杂度衡量内存使用。重点掌握大O表示法，关注最坏情况复杂度。通过举例说明O(1)常数时间、O(log n)对数时间、O(n)线性时间和O(n²)平方时间。通过循环和递归的实例演示如何分析时间复杂度。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介绍线性表的基本概念。线性表是最简单的数据结构，元素之间呈线性关系。掌握线性表的特点：除第一个元素外均有唯一前驱，除最后一个元素外均有唯一后继。基本操作包括插入、删除、查找、修改和求长度。最后引出线性表的两种存储实现方式：顺序存储（数组）和链式存储（指针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详细讲解顺序表。顺序表采用数组实现，通过下标可直接访问任意元素，时间复杂度为O(1)，即随机存取。但插入和删除操作需要移动大量元素，平均时间复杂度为O(n)。以插入操作为例，演示从末尾向前移动元素的步骤，并给出C/C++语言风格的代码片段进行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讲解单链表实现。单链表通过节点中的指针连接数据，每个节点包含数据域和指向下一个节点的指针域。注意区分头指针、头节点和首元节点。插入和删除操作仅需修改相邻节点的指针，时间复杂度为O(1)，但查找操作必须从头遍历链表，时间复杂度为O(n)。适用于频繁插入删除、不常查找的场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介绍双向链表和循环链表两种变体。双向链表的每个节点有两个指针：一个指向前驱，一个指向后继，使得向前和向后遍历都方便，插入删除操作也更灵活，但每个节点多占用一个指针空间。循环链表将尾节点的后继指针指向头节点（或头指针），形成一个环，便于循环遍历，例如约瑟夫环问题常用循环链表解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进行线性表的综合应用分析。以学生成绩管理系统为例，对比顺序表和链表在实际场景中的表现：顺序表适合按序号随机访问且不频繁增删的情况，链表适合频繁插入删除的情况。列举常见面试题和练习，如多项式相加、链表反转、有序表合并等。最后给出实战建议：根据实际业务中查找和增删操作的频率来选择合适的线性表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数据结构基本概念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第1章 基础概念与线性表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第1章 基础概念与线性表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算法复杂度分析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算法效率的度量：时间复杂度和空间复杂度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大O表示法：最坏情况、平均情况、最好情况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常见复杂度：O(1)、O(log n)、O(n)、O(n²)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复杂度分析示例：循环与递归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基础概念与线性表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线性表的定义与操作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线性表定义：n个数据元素的有限序列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线性表的特点：除首尾外每个元素有唯一前驱和后继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基本操作：插入、删除、查找、修改、求长度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线性表的两种存储方式：顺序存储和链式存储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基础概念与线性表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顺序表的实现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顺序表：用一组地址连续的存储单元依次存储数据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数组实现，支持随机存取（O(1)时间）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插入和删除操作需要移动大量元素（O(n)复杂度）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顺序表插入操作的实现步骤与代码示意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基础概念与线性表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单链表的实现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单链表：通过指针链接节点，每个节点含数据域和指针域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头指针、头节点与首元节点的概念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插入与删除操作只需修改指针，时间复杂度O(1)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查找操作需从头遍历，时间复杂度O(n)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基础概念与线性表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双向链表与循环链表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双向链表：每个节点含前驱指针和后继指针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双向链表插入、删除操作更灵活，但空间开销稍大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循环链表：尾节点指针指向头节点，形成环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循环链表适合需要循环遍历的场景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基础概念与线性表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线性表综合应用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综合案例：学生成绩管理系统的数据存储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对比顺序表与链表的优缺点及选用原则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常见题型：多项式相加、链表反转、有序表合并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实战建议：根据操作频率选择合适结构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第1章 基础概念与线性表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