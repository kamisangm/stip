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我们先来看变量与常量。变量是程序运行中可以变化的数据容器，而常量则是固定不变的值。在Go中，变量通常用var关键字来声明，比如 var age int = 25，但Go也支持类型推断，所以你可以写成 var age = 25。更简洁的是在函数内部使用:=短变量声明，比如 age := 25，这样代码更紧凑。常量用const声明，比如 const pi = 3.14159，需要注意常量值在编译时就确定，不能运行时修改。另外，如果变量声明时不赋值，Go会给予默认零值，比如int的零值是0。而常量没有短声明语法。这里请大家思考一下：常量为什么必须是编译期确定？这能带来哪些好处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学习基本数据类型。Go是强类型语言，每个变量都有明确的类型。整型分为有符号和无符号，比如int8范围是-128到127，而uint8是0到255。日常开发中直接用int即可，它会根据操作系统自动选择32位或64位。浮点型有两种精度：float32精度较低，占用4字节；float64精度高，占用8字节，是我们最常用的。布尔型很简单，只有true和false，用于条件语句。字符串用双引号包裹，比如"Hello, Go"，支持+号拼接。特别提醒大家：Go不允许隐式类型转换，比如int8和int32不能直接运算，必须用int32(a)这样的显式转换。这样做可以避免很多隐藏的类型错误，是Go语言设计的一个安全考量。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我们来认识运算符和表达式，它们是程序进行数据计算的核心。算术运算符就是我们熟悉的加减乘除取余，要注意的是，/用于两个整数时得到的是整除结果，比如5/2结果是2而不是2.5。关系运算符用来比较两个值，比如3 &gt; 2返回true。逻辑运算符&amp;&amp;和||用于组合多个布尔条件，比如年龄大于18且小于60。赋值运算符中的复合形式能简化代码，比如count += 1等价于count = count + 1。最后，表达式中运算符有固定的优先级，比如乘法优先于加法，但我们可以用括号强制改变顺序。这里给大家一个建议：在复杂的表达式中尽量使用括号明确优先级，这样代码可读性更好，也避免出错。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流程控制决定了程序按照什么顺序执行代码。首先是if-else，条件判断非常简洁，不需要像C语言那样加括号，比如 if age &gt;= 18 { ... }。如果需要多分支，使用switch语句，每个case后面默认自动break，不会像C语言那样向下穿透，当然你也可以用fallthrough关键字故意穿透。循环只有for一种，没有while或do-while，但for可以模拟它们。for i := 0; i &lt; 10; i++ 是经典三段式，而 for range 可以遍历集合，比如 for index, value := range array。注意，break可以跳出当前循环，continue则跳过本次循环的剩余代码，直接进入下一次迭代。熟练掌握这些控制结构，你就能写出逻辑清晰的程序了。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最后我们讲解函数，它是组织代码、实现模块化的重要方式。定义函数用func关键字，比如 func greet(name string) string { return "Hello, " + name }。Go的一大特色是函数可以返回多个值，非常方便，比如 result, err := divide(10, 0)，这样错误处理可以很自然。默认情况下，函数参数是值传递，也就是说修改形参不影响实参，不过对于切片、映射这些引用类型，底层数据是共享的，需要注意。另外，Go的函数是一等公民，你可以把函数赋值给变量，或者定义匿名函数直接使用。请大家记住，好的函数应该职责单一、命名清晰、长度适中。本章的所有知识点都是后续学习的基础，希望大家课后多练习，熟练掌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理论讲完了，我们来做几个练习巩固一下。练习一：请用var和:=分别声明变量，观察常量是否可以修改？练习二：尝试将float64赋值给int变量，看看编译器的报错信息，理解类型安全的含义。练习三：用if和for循环实现一个猜数字游戏，随机生成1到100之间的数，让用户猜。练习四：定义一个函数fib(n int) int，计算第n个斐波那契数。这些练习涵盖了本章所有知识点。通过动手实践，大家会发现代码会越来越顺手。今天的内容就到这里，希望大家课后多加练习，下一节课我们将学习更高级的数据结构。如果有任何问题，欢迎随时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本章学习目标与知识地图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第2章 Go语言基本语法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第2章 Go语言基本语法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变量与常量：数据的容器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变量使用var关键字声明，例如 var age int = 25，其中类型可被自动推断。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常量使用const关键字声明，例如 const pi = 3.14159，其值在编译时固定。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短变量声明语法 := 用于函数内部声明并初始化变量，简化代码。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变量可在声明时赋予初始值，也可先声明后赋值，未赋值的变量使用零值。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常量不支持:=语法，必须显式使用const声明并赋值。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Go语言基本语法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基本数据类型：构建数据的基础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整型包括int、int8、int16、int32、int64及无符号uint系列，默认int根据平台为32或64位。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浮点型有float32和float64两种精度，默认float64是常用选择。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布尔型bool只有true和false两个值，用于逻辑判断。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字符串string是UTF-8编码的字符序列，使用双引号定义，支持拼接操作。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类型转换使用T(v)语法显式转换，Go不支持隐式类型转换以保证安全性。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Go语言基本语法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运算符与表达式：程序的计算能力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算术运算符包括+、-、*、/、%，其中/对整数做整除，%取余。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关系运算符有==、!=、&lt;、&gt;、&lt;=、&gt;=，返回布尔值结果。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逻辑运算符&amp;&amp;（与）、||（或）、!（非）用于组合条件判断。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赋值运算符除了=，还有+=、-=等复合形式，简化代码编写。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表达式遵循优先级规则，乘除优于加减，可用括号改变计算顺序。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Go语言基本语法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流程控制：程序的逻辑路线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if-else条件语句用于二选一或链式分支，条件表达式无需圆括号。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switch语句用于多分支选择，每个case自动break，不需要显式写出。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for循环是Go唯一的循环语句，支持传统三段式和range迭代两种形式。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for-range用于遍历数组、切片、映射、字符串等集合类型。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流程控制关键字break和continue分别用于跳出循环和跳过本次迭代。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Go语言基本语法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函数定义与调用：代码的模块化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函数使用func关键字定义，基本格式为 func 函数名(参数列表) 返回值类型 { 函数体 }。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函数支持多个参数和多个返回值，例如 func add(a, b int) (int, error)。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参数传递默认是值传递，即函数内修改不会影响原变量，但引用类型（如切片）例外。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Go支持匿名函数和函数作为值赋给变量，实现灵活编程。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函数是Go程序的基本组织单元，良好的函数封装提高代码复用性和可读性。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Go语言基本语法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课堂练习与知识回顾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练习一：声明变量并探讨短声明与var的区别，以及常量不可修改的特性。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练习二：编写代码进行类型转换，验证Go不允许隐式转换的规则。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练习三：使用if-else和for循环编写一个猜数字小游戏。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练习四：定义一个函数计算斐波那契数列，并返回结果。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回顾重点：变量常量、数据类型、运算符、流程控制、函数，这些是Go编程的基石。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Go语言基本语法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