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生命化学的基础是原子和分子。碳原子因其独特的四价键能力，成为有机分子的骨架。理解原子结构和化学键类型，是后续学习生物大分子和代谢过程的前提。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水被称为‘生命溶剂’，它的极性使其能溶解离子和极性分子，为细胞化学反应提供介质。水的热稳定性对生物体温调节至关重要，请思考为什么生命离不开液态水。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有机大分子是生命活动的物质基础。每种大分子都有特定的单体（如氨基酸、核苷酸）和聚合方式。它们的功能高度特异，例如酶蛋白催化反应，DNA存储遗传信息。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细胞是生命的最小功能单位。原核生物如细菌结构简单，真核生物如动植物细胞拥有复杂的膜系统。请特别注意细胞器分工协作，如线粒体提供能量，核糖体合成蛋白质。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细胞膜是生命的边界，它维持细胞内环境稳定。理解不同运输方式的区别至关重要：被动运输顺浓度梯度，主动运输逆浓度梯度并消耗能量。这一机制保证了细胞能获取营养并排出废物。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显微镜是生物学家的‘眼睛’。光学显微镜能观察活细胞，电子显微镜提供纳米级分辨率。实际观察时，务必遵循操作流程：从低倍镜开始，慢慢调焦，避免压碎玻片。这是实验技能的基础。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今天我们走过了从化学到细胞的完整路径。请记住，生命的奥秘始于原子间的相互作用，在细胞膜的控制下，最终呈现为复杂的生命现象。下一章我们将学习细胞如何分裂和遗传。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课程导览：生命的化学基础与细胞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原子与分子：生命的基本构建块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原子是物质的最小单位，由质子、中子和电子组成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元素是特定类型原子的集合，如碳、氢、氧、氮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原子通过化学键（共价键、离子键）结合成分子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生命体主要依赖碳基分子（有机化合物）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水与生命：不可或缺的溶剂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水是极性分子，能够溶解许多物质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水的比热容高，有助于维持体温稳定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水在光合作用、呼吸作用中作为反应物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水分子间的氢键赋予水独特的物理性质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有机大分子：生命的骨架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四大类有机大分子：蛋白质、核酸、碳水化合物、脂质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蛋白质由氨基酸组成，执行酶、运输、防御等功能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DNA和RNA是遗传信息的携带者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碳水化合物提供能量和结构支持，脂质构成细胞膜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细胞结构：生命的基本单位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细胞分为原核细胞（无核膜）和真核细胞（有核膜）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真核细胞含细胞核、线粒体、内质网、高尔基体等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线粒体是‘能量工厂’，进行有氧呼吸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叶绿体（植物细胞）进行光合作用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细胞膜与运输：物质的出入控制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细胞膜由磷脂双分子层和膜蛋白组成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选择透过性：允许特定物质通过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被动运输：扩散、渗透、协助扩散，不消耗能量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主动运输：逆浓度梯度，需消耗ATP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胞吞与胞吐：运输大分子物质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显微镜使用：探索微观世界的工具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光学显微镜：利用可见光观察细胞结构（如细胞壁、细胞核）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电子显微镜：观察超微结构（如线粒体内部、病毒）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操作步骤：安放、对光、调焦、低倍→高倍观察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注意事项：先低倍后高倍，调节光圈和细准焦螺旋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本章小结：从分子到细胞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原子→分子→大分子→细胞器→细胞，层层递进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水为生命提供适宜化学环境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有机大分子执行生命功能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细胞膜调控物质进出，维持稳态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显微镜技术是观察和验证细胞知识的关键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生命的化学基础与细胞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